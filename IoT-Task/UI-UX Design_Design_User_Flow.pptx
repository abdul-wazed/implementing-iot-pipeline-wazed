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0"/>
  </p:normalViewPr>
  <p:slideViewPr>
    <p:cSldViewPr snapToGrid="0">
      <p:cViewPr varScale="1">
        <p:scale>
          <a:sx n="91" d="100"/>
          <a:sy n="91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529C96-A81E-4AE6-B8F1-5CB2DF9746E6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56175A9-F525-4BC5-96CD-DB0890A1F8EB}">
      <dgm:prSet/>
      <dgm:spPr/>
      <dgm:t>
        <a:bodyPr/>
        <a:lstStyle/>
        <a:p>
          <a:r>
            <a:rPr lang="en-US" dirty="0"/>
            <a:t>User flows are visual step-by-step diagrams that show:</a:t>
          </a:r>
        </a:p>
      </dgm:t>
    </dgm:pt>
    <dgm:pt modelId="{8D60BA53-2395-41DC-8114-89956DC47278}" type="parTrans" cxnId="{1F81F62E-C587-452E-837A-77533EE50D04}">
      <dgm:prSet/>
      <dgm:spPr/>
      <dgm:t>
        <a:bodyPr/>
        <a:lstStyle/>
        <a:p>
          <a:endParaRPr lang="en-US"/>
        </a:p>
      </dgm:t>
    </dgm:pt>
    <dgm:pt modelId="{598697A6-45C6-4696-8545-C331C072B1A8}" type="sibTrans" cxnId="{1F81F62E-C587-452E-837A-77533EE50D04}">
      <dgm:prSet/>
      <dgm:spPr/>
      <dgm:t>
        <a:bodyPr/>
        <a:lstStyle/>
        <a:p>
          <a:endParaRPr lang="en-US"/>
        </a:p>
      </dgm:t>
    </dgm:pt>
    <dgm:pt modelId="{37733486-B3DD-4A8F-80B7-10986743AF8D}">
      <dgm:prSet/>
      <dgm:spPr/>
      <dgm:t>
        <a:bodyPr/>
        <a:lstStyle/>
        <a:p>
          <a:r>
            <a:rPr lang="en-US" dirty="0"/>
            <a:t>Where a user starts</a:t>
          </a:r>
        </a:p>
      </dgm:t>
    </dgm:pt>
    <dgm:pt modelId="{B589635E-C814-4281-B8C8-01101385774A}" type="parTrans" cxnId="{EC6D2C2D-C0B5-4AAB-908A-E9A0515102A5}">
      <dgm:prSet/>
      <dgm:spPr/>
      <dgm:t>
        <a:bodyPr/>
        <a:lstStyle/>
        <a:p>
          <a:endParaRPr lang="en-US"/>
        </a:p>
      </dgm:t>
    </dgm:pt>
    <dgm:pt modelId="{A18C0D5B-D6A3-4E1A-B700-A38566C34AFA}" type="sibTrans" cxnId="{EC6D2C2D-C0B5-4AAB-908A-E9A0515102A5}">
      <dgm:prSet/>
      <dgm:spPr/>
      <dgm:t>
        <a:bodyPr/>
        <a:lstStyle/>
        <a:p>
          <a:endParaRPr lang="en-US"/>
        </a:p>
      </dgm:t>
    </dgm:pt>
    <dgm:pt modelId="{B99A6E72-F5B8-45F8-9DCA-68BCDB27FD13}">
      <dgm:prSet/>
      <dgm:spPr/>
      <dgm:t>
        <a:bodyPr/>
        <a:lstStyle/>
        <a:p>
          <a:r>
            <a:rPr lang="en-US" dirty="0"/>
            <a:t>What actions they take</a:t>
          </a:r>
        </a:p>
      </dgm:t>
    </dgm:pt>
    <dgm:pt modelId="{4714D8BE-D129-4B58-BA57-377A7E37898E}" type="parTrans" cxnId="{0BF0F0D8-09C1-4E4D-9E52-8F85BBCE0185}">
      <dgm:prSet/>
      <dgm:spPr/>
      <dgm:t>
        <a:bodyPr/>
        <a:lstStyle/>
        <a:p>
          <a:endParaRPr lang="en-US"/>
        </a:p>
      </dgm:t>
    </dgm:pt>
    <dgm:pt modelId="{BC0E6563-DDAF-4513-BF9F-E84A5E4817AB}" type="sibTrans" cxnId="{0BF0F0D8-09C1-4E4D-9E52-8F85BBCE0185}">
      <dgm:prSet/>
      <dgm:spPr/>
      <dgm:t>
        <a:bodyPr/>
        <a:lstStyle/>
        <a:p>
          <a:endParaRPr lang="en-US"/>
        </a:p>
      </dgm:t>
    </dgm:pt>
    <dgm:pt modelId="{61E7E4B0-D891-45D1-A9F8-2F9B05442052}">
      <dgm:prSet/>
      <dgm:spPr/>
      <dgm:t>
        <a:bodyPr/>
        <a:lstStyle/>
        <a:p>
          <a:r>
            <a:rPr lang="en-US" dirty="0"/>
            <a:t>What decisions they make</a:t>
          </a:r>
        </a:p>
      </dgm:t>
    </dgm:pt>
    <dgm:pt modelId="{2A669E06-6A04-4E5F-81A5-600D39F11F22}" type="parTrans" cxnId="{B1E65D0B-E2E8-4BCB-A6D4-DF444E725713}">
      <dgm:prSet/>
      <dgm:spPr/>
      <dgm:t>
        <a:bodyPr/>
        <a:lstStyle/>
        <a:p>
          <a:endParaRPr lang="en-US"/>
        </a:p>
      </dgm:t>
    </dgm:pt>
    <dgm:pt modelId="{C1E721EE-E28A-4B03-9753-87BFFF8AFBD9}" type="sibTrans" cxnId="{B1E65D0B-E2E8-4BCB-A6D4-DF444E725713}">
      <dgm:prSet/>
      <dgm:spPr/>
      <dgm:t>
        <a:bodyPr/>
        <a:lstStyle/>
        <a:p>
          <a:endParaRPr lang="en-US"/>
        </a:p>
      </dgm:t>
    </dgm:pt>
    <dgm:pt modelId="{936ADE4A-8436-43E7-93FD-95634F4C8987}">
      <dgm:prSet/>
      <dgm:spPr/>
      <dgm:t>
        <a:bodyPr/>
        <a:lstStyle/>
        <a:p>
          <a:r>
            <a:rPr lang="en-US"/>
            <a:t>Where they finish</a:t>
          </a:r>
        </a:p>
      </dgm:t>
    </dgm:pt>
    <dgm:pt modelId="{15A5E61B-8071-4676-9224-8EA5BEF6C601}" type="parTrans" cxnId="{DBE8CA18-0941-4D49-A891-004347678043}">
      <dgm:prSet/>
      <dgm:spPr/>
      <dgm:t>
        <a:bodyPr/>
        <a:lstStyle/>
        <a:p>
          <a:endParaRPr lang="en-US"/>
        </a:p>
      </dgm:t>
    </dgm:pt>
    <dgm:pt modelId="{FA834976-8031-4505-81B2-9E03B037C87F}" type="sibTrans" cxnId="{DBE8CA18-0941-4D49-A891-004347678043}">
      <dgm:prSet/>
      <dgm:spPr/>
      <dgm:t>
        <a:bodyPr/>
        <a:lstStyle/>
        <a:p>
          <a:endParaRPr lang="en-US"/>
        </a:p>
      </dgm:t>
    </dgm:pt>
    <dgm:pt modelId="{DB8BE4AE-5F67-1843-ABDA-250891B6581C}" type="pres">
      <dgm:prSet presAssocID="{EA529C96-A81E-4AE6-B8F1-5CB2DF9746E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94442AD-114E-5F44-ABD0-3841631A580F}" type="pres">
      <dgm:prSet presAssocID="{056175A9-F525-4BC5-96CD-DB0890A1F8EB}" presName="hierRoot1" presStyleCnt="0">
        <dgm:presLayoutVars>
          <dgm:hierBranch val="init"/>
        </dgm:presLayoutVars>
      </dgm:prSet>
      <dgm:spPr/>
    </dgm:pt>
    <dgm:pt modelId="{7E0F3B51-5545-6840-A17F-3F80E8ADB1B1}" type="pres">
      <dgm:prSet presAssocID="{056175A9-F525-4BC5-96CD-DB0890A1F8EB}" presName="rootComposite1" presStyleCnt="0"/>
      <dgm:spPr/>
    </dgm:pt>
    <dgm:pt modelId="{BA92B503-E052-F04E-A6AA-5181C8E311F9}" type="pres">
      <dgm:prSet presAssocID="{056175A9-F525-4BC5-96CD-DB0890A1F8EB}" presName="rootText1" presStyleLbl="node0" presStyleIdx="0" presStyleCnt="1" custLinFactY="-16036" custLinFactNeighborX="-353" custLinFactNeighborY="-100000">
        <dgm:presLayoutVars>
          <dgm:chPref val="3"/>
        </dgm:presLayoutVars>
      </dgm:prSet>
      <dgm:spPr/>
    </dgm:pt>
    <dgm:pt modelId="{6EE4AD97-82F9-A040-84A8-1921E63B48F9}" type="pres">
      <dgm:prSet presAssocID="{056175A9-F525-4BC5-96CD-DB0890A1F8EB}" presName="rootConnector1" presStyleLbl="node1" presStyleIdx="0" presStyleCnt="0"/>
      <dgm:spPr/>
    </dgm:pt>
    <dgm:pt modelId="{B0B780C4-DF0E-614E-909C-EFCE8A08CE2E}" type="pres">
      <dgm:prSet presAssocID="{056175A9-F525-4BC5-96CD-DB0890A1F8EB}" presName="hierChild2" presStyleCnt="0"/>
      <dgm:spPr/>
    </dgm:pt>
    <dgm:pt modelId="{4F0D12F2-75DE-9A4E-BEB6-648A26C40D5B}" type="pres">
      <dgm:prSet presAssocID="{B589635E-C814-4281-B8C8-01101385774A}" presName="Name64" presStyleLbl="parChTrans1D2" presStyleIdx="0" presStyleCnt="4"/>
      <dgm:spPr/>
    </dgm:pt>
    <dgm:pt modelId="{38C6CCE4-2617-5043-B0D4-76CAFB44DB6E}" type="pres">
      <dgm:prSet presAssocID="{37733486-B3DD-4A8F-80B7-10986743AF8D}" presName="hierRoot2" presStyleCnt="0">
        <dgm:presLayoutVars>
          <dgm:hierBranch val="init"/>
        </dgm:presLayoutVars>
      </dgm:prSet>
      <dgm:spPr/>
    </dgm:pt>
    <dgm:pt modelId="{AA2220CF-FB85-D445-B6CC-604C1F86DDB1}" type="pres">
      <dgm:prSet presAssocID="{37733486-B3DD-4A8F-80B7-10986743AF8D}" presName="rootComposite" presStyleCnt="0"/>
      <dgm:spPr/>
    </dgm:pt>
    <dgm:pt modelId="{0FFDFFB8-B43A-D840-9E79-EBAE8B3421B7}" type="pres">
      <dgm:prSet presAssocID="{37733486-B3DD-4A8F-80B7-10986743AF8D}" presName="rootText" presStyleLbl="node2" presStyleIdx="0" presStyleCnt="4">
        <dgm:presLayoutVars>
          <dgm:chPref val="3"/>
        </dgm:presLayoutVars>
      </dgm:prSet>
      <dgm:spPr/>
    </dgm:pt>
    <dgm:pt modelId="{611300E5-1EF6-7449-8E09-E395F42D681E}" type="pres">
      <dgm:prSet presAssocID="{37733486-B3DD-4A8F-80B7-10986743AF8D}" presName="rootConnector" presStyleLbl="node2" presStyleIdx="0" presStyleCnt="4"/>
      <dgm:spPr/>
    </dgm:pt>
    <dgm:pt modelId="{5E42C0E5-5F89-844B-B5C6-F6C593F8167B}" type="pres">
      <dgm:prSet presAssocID="{37733486-B3DD-4A8F-80B7-10986743AF8D}" presName="hierChild4" presStyleCnt="0"/>
      <dgm:spPr/>
    </dgm:pt>
    <dgm:pt modelId="{8C608BC8-AC6D-9A43-B1C0-339DEF839D5B}" type="pres">
      <dgm:prSet presAssocID="{37733486-B3DD-4A8F-80B7-10986743AF8D}" presName="hierChild5" presStyleCnt="0"/>
      <dgm:spPr/>
    </dgm:pt>
    <dgm:pt modelId="{265F749F-537B-C34F-A520-BE69260EB987}" type="pres">
      <dgm:prSet presAssocID="{4714D8BE-D129-4B58-BA57-377A7E37898E}" presName="Name64" presStyleLbl="parChTrans1D2" presStyleIdx="1" presStyleCnt="4"/>
      <dgm:spPr/>
    </dgm:pt>
    <dgm:pt modelId="{251B1517-77BD-734C-A9E2-839DA8225804}" type="pres">
      <dgm:prSet presAssocID="{B99A6E72-F5B8-45F8-9DCA-68BCDB27FD13}" presName="hierRoot2" presStyleCnt="0">
        <dgm:presLayoutVars>
          <dgm:hierBranch val="init"/>
        </dgm:presLayoutVars>
      </dgm:prSet>
      <dgm:spPr/>
    </dgm:pt>
    <dgm:pt modelId="{3EB284A1-D36F-F748-AD9A-F5B4A338B0FF}" type="pres">
      <dgm:prSet presAssocID="{B99A6E72-F5B8-45F8-9DCA-68BCDB27FD13}" presName="rootComposite" presStyleCnt="0"/>
      <dgm:spPr/>
    </dgm:pt>
    <dgm:pt modelId="{BE2FFF1E-CFEE-DF4E-81C5-DD4B8BB2D6AC}" type="pres">
      <dgm:prSet presAssocID="{B99A6E72-F5B8-45F8-9DCA-68BCDB27FD13}" presName="rootText" presStyleLbl="node2" presStyleIdx="1" presStyleCnt="4">
        <dgm:presLayoutVars>
          <dgm:chPref val="3"/>
        </dgm:presLayoutVars>
      </dgm:prSet>
      <dgm:spPr/>
    </dgm:pt>
    <dgm:pt modelId="{362F92FF-B17B-FC4A-A411-E0D6CB55DB37}" type="pres">
      <dgm:prSet presAssocID="{B99A6E72-F5B8-45F8-9DCA-68BCDB27FD13}" presName="rootConnector" presStyleLbl="node2" presStyleIdx="1" presStyleCnt="4"/>
      <dgm:spPr/>
    </dgm:pt>
    <dgm:pt modelId="{DEBEA3B3-7392-4D42-B9E0-5580B73A842D}" type="pres">
      <dgm:prSet presAssocID="{B99A6E72-F5B8-45F8-9DCA-68BCDB27FD13}" presName="hierChild4" presStyleCnt="0"/>
      <dgm:spPr/>
    </dgm:pt>
    <dgm:pt modelId="{C0F3E031-81C5-D74E-97B7-6CE23452CA7A}" type="pres">
      <dgm:prSet presAssocID="{B99A6E72-F5B8-45F8-9DCA-68BCDB27FD13}" presName="hierChild5" presStyleCnt="0"/>
      <dgm:spPr/>
    </dgm:pt>
    <dgm:pt modelId="{5BE95BB8-7242-9B49-B49C-8DDCD80E32E8}" type="pres">
      <dgm:prSet presAssocID="{2A669E06-6A04-4E5F-81A5-600D39F11F22}" presName="Name64" presStyleLbl="parChTrans1D2" presStyleIdx="2" presStyleCnt="4"/>
      <dgm:spPr/>
    </dgm:pt>
    <dgm:pt modelId="{6EE55075-7165-FE44-B116-98961FDEF532}" type="pres">
      <dgm:prSet presAssocID="{61E7E4B0-D891-45D1-A9F8-2F9B05442052}" presName="hierRoot2" presStyleCnt="0">
        <dgm:presLayoutVars>
          <dgm:hierBranch val="init"/>
        </dgm:presLayoutVars>
      </dgm:prSet>
      <dgm:spPr/>
    </dgm:pt>
    <dgm:pt modelId="{6F3027AB-E4C0-3740-8DBA-50D0C33A43A7}" type="pres">
      <dgm:prSet presAssocID="{61E7E4B0-D891-45D1-A9F8-2F9B05442052}" presName="rootComposite" presStyleCnt="0"/>
      <dgm:spPr/>
    </dgm:pt>
    <dgm:pt modelId="{A4C0A1AE-3988-B24F-9361-022EEDC004A9}" type="pres">
      <dgm:prSet presAssocID="{61E7E4B0-D891-45D1-A9F8-2F9B05442052}" presName="rootText" presStyleLbl="node2" presStyleIdx="2" presStyleCnt="4">
        <dgm:presLayoutVars>
          <dgm:chPref val="3"/>
        </dgm:presLayoutVars>
      </dgm:prSet>
      <dgm:spPr/>
    </dgm:pt>
    <dgm:pt modelId="{10E06DDA-F335-3640-853C-3AF6CA3BC69B}" type="pres">
      <dgm:prSet presAssocID="{61E7E4B0-D891-45D1-A9F8-2F9B05442052}" presName="rootConnector" presStyleLbl="node2" presStyleIdx="2" presStyleCnt="4"/>
      <dgm:spPr/>
    </dgm:pt>
    <dgm:pt modelId="{6510C818-6339-644C-8ADC-B9FE96F60A3E}" type="pres">
      <dgm:prSet presAssocID="{61E7E4B0-D891-45D1-A9F8-2F9B05442052}" presName="hierChild4" presStyleCnt="0"/>
      <dgm:spPr/>
    </dgm:pt>
    <dgm:pt modelId="{516E5DBE-4290-834C-BB50-6E1DB97BC854}" type="pres">
      <dgm:prSet presAssocID="{61E7E4B0-D891-45D1-A9F8-2F9B05442052}" presName="hierChild5" presStyleCnt="0"/>
      <dgm:spPr/>
    </dgm:pt>
    <dgm:pt modelId="{E707BF47-0B6D-9E45-BAEA-BAC76D6A90DD}" type="pres">
      <dgm:prSet presAssocID="{15A5E61B-8071-4676-9224-8EA5BEF6C601}" presName="Name64" presStyleLbl="parChTrans1D2" presStyleIdx="3" presStyleCnt="4"/>
      <dgm:spPr/>
    </dgm:pt>
    <dgm:pt modelId="{7F137B05-B745-4D4D-829A-593F20E14FE0}" type="pres">
      <dgm:prSet presAssocID="{936ADE4A-8436-43E7-93FD-95634F4C8987}" presName="hierRoot2" presStyleCnt="0">
        <dgm:presLayoutVars>
          <dgm:hierBranch val="init"/>
        </dgm:presLayoutVars>
      </dgm:prSet>
      <dgm:spPr/>
    </dgm:pt>
    <dgm:pt modelId="{C17EBC4C-D6B9-6945-9716-6E0F98888E2E}" type="pres">
      <dgm:prSet presAssocID="{936ADE4A-8436-43E7-93FD-95634F4C8987}" presName="rootComposite" presStyleCnt="0"/>
      <dgm:spPr/>
    </dgm:pt>
    <dgm:pt modelId="{0063A002-4971-FB46-BE36-04C6249A47AA}" type="pres">
      <dgm:prSet presAssocID="{936ADE4A-8436-43E7-93FD-95634F4C8987}" presName="rootText" presStyleLbl="node2" presStyleIdx="3" presStyleCnt="4">
        <dgm:presLayoutVars>
          <dgm:chPref val="3"/>
        </dgm:presLayoutVars>
      </dgm:prSet>
      <dgm:spPr/>
    </dgm:pt>
    <dgm:pt modelId="{9EE3B909-69D2-5E40-A3BE-FA2FC0834BAA}" type="pres">
      <dgm:prSet presAssocID="{936ADE4A-8436-43E7-93FD-95634F4C8987}" presName="rootConnector" presStyleLbl="node2" presStyleIdx="3" presStyleCnt="4"/>
      <dgm:spPr/>
    </dgm:pt>
    <dgm:pt modelId="{2E31821C-5C06-6F47-B52C-1639B94575BF}" type="pres">
      <dgm:prSet presAssocID="{936ADE4A-8436-43E7-93FD-95634F4C8987}" presName="hierChild4" presStyleCnt="0"/>
      <dgm:spPr/>
    </dgm:pt>
    <dgm:pt modelId="{F4B4D626-1293-BB41-BEF0-63EF7C72C4EC}" type="pres">
      <dgm:prSet presAssocID="{936ADE4A-8436-43E7-93FD-95634F4C8987}" presName="hierChild5" presStyleCnt="0"/>
      <dgm:spPr/>
    </dgm:pt>
    <dgm:pt modelId="{F22A2440-AA36-6944-9262-68F1D84B1F2F}" type="pres">
      <dgm:prSet presAssocID="{056175A9-F525-4BC5-96CD-DB0890A1F8EB}" presName="hierChild3" presStyleCnt="0"/>
      <dgm:spPr/>
    </dgm:pt>
  </dgm:ptLst>
  <dgm:cxnLst>
    <dgm:cxn modelId="{B1E65D0B-E2E8-4BCB-A6D4-DF444E725713}" srcId="{056175A9-F525-4BC5-96CD-DB0890A1F8EB}" destId="{61E7E4B0-D891-45D1-A9F8-2F9B05442052}" srcOrd="2" destOrd="0" parTransId="{2A669E06-6A04-4E5F-81A5-600D39F11F22}" sibTransId="{C1E721EE-E28A-4B03-9753-87BFFF8AFBD9}"/>
    <dgm:cxn modelId="{3B3A470F-66D1-3C4D-AC1E-58C96B9E0576}" type="presOf" srcId="{056175A9-F525-4BC5-96CD-DB0890A1F8EB}" destId="{6EE4AD97-82F9-A040-84A8-1921E63B48F9}" srcOrd="1" destOrd="0" presId="urn:microsoft.com/office/officeart/2009/3/layout/HorizontalOrganizationChart"/>
    <dgm:cxn modelId="{DBE8CA18-0941-4D49-A891-004347678043}" srcId="{056175A9-F525-4BC5-96CD-DB0890A1F8EB}" destId="{936ADE4A-8436-43E7-93FD-95634F4C8987}" srcOrd="3" destOrd="0" parTransId="{15A5E61B-8071-4676-9224-8EA5BEF6C601}" sibTransId="{FA834976-8031-4505-81B2-9E03B037C87F}"/>
    <dgm:cxn modelId="{50F1DD26-BA7C-5942-AD1F-42F8155BF91D}" type="presOf" srcId="{61E7E4B0-D891-45D1-A9F8-2F9B05442052}" destId="{A4C0A1AE-3988-B24F-9361-022EEDC004A9}" srcOrd="0" destOrd="0" presId="urn:microsoft.com/office/officeart/2009/3/layout/HorizontalOrganizationChart"/>
    <dgm:cxn modelId="{EC6D2C2D-C0B5-4AAB-908A-E9A0515102A5}" srcId="{056175A9-F525-4BC5-96CD-DB0890A1F8EB}" destId="{37733486-B3DD-4A8F-80B7-10986743AF8D}" srcOrd="0" destOrd="0" parTransId="{B589635E-C814-4281-B8C8-01101385774A}" sibTransId="{A18C0D5B-D6A3-4E1A-B700-A38566C34AFA}"/>
    <dgm:cxn modelId="{1F81F62E-C587-452E-837A-77533EE50D04}" srcId="{EA529C96-A81E-4AE6-B8F1-5CB2DF9746E6}" destId="{056175A9-F525-4BC5-96CD-DB0890A1F8EB}" srcOrd="0" destOrd="0" parTransId="{8D60BA53-2395-41DC-8114-89956DC47278}" sibTransId="{598697A6-45C6-4696-8545-C331C072B1A8}"/>
    <dgm:cxn modelId="{DCD6C738-0951-7A49-989B-BD9928EB1C4F}" type="presOf" srcId="{936ADE4A-8436-43E7-93FD-95634F4C8987}" destId="{9EE3B909-69D2-5E40-A3BE-FA2FC0834BAA}" srcOrd="1" destOrd="0" presId="urn:microsoft.com/office/officeart/2009/3/layout/HorizontalOrganizationChart"/>
    <dgm:cxn modelId="{0233E438-08A4-8747-8A5D-D0F89958EC78}" type="presOf" srcId="{936ADE4A-8436-43E7-93FD-95634F4C8987}" destId="{0063A002-4971-FB46-BE36-04C6249A47AA}" srcOrd="0" destOrd="0" presId="urn:microsoft.com/office/officeart/2009/3/layout/HorizontalOrganizationChart"/>
    <dgm:cxn modelId="{DBD4ED4A-3736-AB4E-A787-B0EBBEE2E7FE}" type="presOf" srcId="{EA529C96-A81E-4AE6-B8F1-5CB2DF9746E6}" destId="{DB8BE4AE-5F67-1843-ABDA-250891B6581C}" srcOrd="0" destOrd="0" presId="urn:microsoft.com/office/officeart/2009/3/layout/HorizontalOrganizationChart"/>
    <dgm:cxn modelId="{6C3A0056-C288-4E42-B984-E38F4B8A8A88}" type="presOf" srcId="{37733486-B3DD-4A8F-80B7-10986743AF8D}" destId="{611300E5-1EF6-7449-8E09-E395F42D681E}" srcOrd="1" destOrd="0" presId="urn:microsoft.com/office/officeart/2009/3/layout/HorizontalOrganizationChart"/>
    <dgm:cxn modelId="{83388D57-F51D-C243-84DE-6E59DC2274F8}" type="presOf" srcId="{15A5E61B-8071-4676-9224-8EA5BEF6C601}" destId="{E707BF47-0B6D-9E45-BAEA-BAC76D6A90DD}" srcOrd="0" destOrd="0" presId="urn:microsoft.com/office/officeart/2009/3/layout/HorizontalOrganizationChart"/>
    <dgm:cxn modelId="{9FC39A64-9744-3F4B-9A67-6EFE5680D422}" type="presOf" srcId="{B99A6E72-F5B8-45F8-9DCA-68BCDB27FD13}" destId="{362F92FF-B17B-FC4A-A411-E0D6CB55DB37}" srcOrd="1" destOrd="0" presId="urn:microsoft.com/office/officeart/2009/3/layout/HorizontalOrganizationChart"/>
    <dgm:cxn modelId="{A2246971-B611-3148-8478-4EF19DC64E3A}" type="presOf" srcId="{056175A9-F525-4BC5-96CD-DB0890A1F8EB}" destId="{BA92B503-E052-F04E-A6AA-5181C8E311F9}" srcOrd="0" destOrd="0" presId="urn:microsoft.com/office/officeart/2009/3/layout/HorizontalOrganizationChart"/>
    <dgm:cxn modelId="{DD9BE872-E620-4545-B4B7-B064BB89DC1D}" type="presOf" srcId="{B589635E-C814-4281-B8C8-01101385774A}" destId="{4F0D12F2-75DE-9A4E-BEB6-648A26C40D5B}" srcOrd="0" destOrd="0" presId="urn:microsoft.com/office/officeart/2009/3/layout/HorizontalOrganizationChart"/>
    <dgm:cxn modelId="{22606D74-8077-6642-A152-8F66AE9B661D}" type="presOf" srcId="{61E7E4B0-D891-45D1-A9F8-2F9B05442052}" destId="{10E06DDA-F335-3640-853C-3AF6CA3BC69B}" srcOrd="1" destOrd="0" presId="urn:microsoft.com/office/officeart/2009/3/layout/HorizontalOrganizationChart"/>
    <dgm:cxn modelId="{66DD458E-6382-2440-91C5-272AE19603A0}" type="presOf" srcId="{2A669E06-6A04-4E5F-81A5-600D39F11F22}" destId="{5BE95BB8-7242-9B49-B49C-8DDCD80E32E8}" srcOrd="0" destOrd="0" presId="urn:microsoft.com/office/officeart/2009/3/layout/HorizontalOrganizationChart"/>
    <dgm:cxn modelId="{926BB98E-43E2-5F4C-8D97-2F592B29B218}" type="presOf" srcId="{4714D8BE-D129-4B58-BA57-377A7E37898E}" destId="{265F749F-537B-C34F-A520-BE69260EB987}" srcOrd="0" destOrd="0" presId="urn:microsoft.com/office/officeart/2009/3/layout/HorizontalOrganizationChart"/>
    <dgm:cxn modelId="{0BF0F0D8-09C1-4E4D-9E52-8F85BBCE0185}" srcId="{056175A9-F525-4BC5-96CD-DB0890A1F8EB}" destId="{B99A6E72-F5B8-45F8-9DCA-68BCDB27FD13}" srcOrd="1" destOrd="0" parTransId="{4714D8BE-D129-4B58-BA57-377A7E37898E}" sibTransId="{BC0E6563-DDAF-4513-BF9F-E84A5E4817AB}"/>
    <dgm:cxn modelId="{4D7BE8DC-5397-AC4E-9745-7F586B9A300C}" type="presOf" srcId="{37733486-B3DD-4A8F-80B7-10986743AF8D}" destId="{0FFDFFB8-B43A-D840-9E79-EBAE8B3421B7}" srcOrd="0" destOrd="0" presId="urn:microsoft.com/office/officeart/2009/3/layout/HorizontalOrganizationChart"/>
    <dgm:cxn modelId="{9333C9FF-FC7A-7648-84BF-0413BAEEDE2C}" type="presOf" srcId="{B99A6E72-F5B8-45F8-9DCA-68BCDB27FD13}" destId="{BE2FFF1E-CFEE-DF4E-81C5-DD4B8BB2D6AC}" srcOrd="0" destOrd="0" presId="urn:microsoft.com/office/officeart/2009/3/layout/HorizontalOrganizationChart"/>
    <dgm:cxn modelId="{1AFEB87B-8489-CB4D-8A06-784EF9435A64}" type="presParOf" srcId="{DB8BE4AE-5F67-1843-ABDA-250891B6581C}" destId="{594442AD-114E-5F44-ABD0-3841631A580F}" srcOrd="0" destOrd="0" presId="urn:microsoft.com/office/officeart/2009/3/layout/HorizontalOrganizationChart"/>
    <dgm:cxn modelId="{AD7B64B6-C1B6-2D41-9522-CB801B90E582}" type="presParOf" srcId="{594442AD-114E-5F44-ABD0-3841631A580F}" destId="{7E0F3B51-5545-6840-A17F-3F80E8ADB1B1}" srcOrd="0" destOrd="0" presId="urn:microsoft.com/office/officeart/2009/3/layout/HorizontalOrganizationChart"/>
    <dgm:cxn modelId="{992CC599-24A7-2643-B229-987380701E71}" type="presParOf" srcId="{7E0F3B51-5545-6840-A17F-3F80E8ADB1B1}" destId="{BA92B503-E052-F04E-A6AA-5181C8E311F9}" srcOrd="0" destOrd="0" presId="urn:microsoft.com/office/officeart/2009/3/layout/HorizontalOrganizationChart"/>
    <dgm:cxn modelId="{20DF52AD-39B7-374A-AB48-FAFA8427995A}" type="presParOf" srcId="{7E0F3B51-5545-6840-A17F-3F80E8ADB1B1}" destId="{6EE4AD97-82F9-A040-84A8-1921E63B48F9}" srcOrd="1" destOrd="0" presId="urn:microsoft.com/office/officeart/2009/3/layout/HorizontalOrganizationChart"/>
    <dgm:cxn modelId="{E0996FAC-DAB8-1B4E-BF65-0F18D876C5FA}" type="presParOf" srcId="{594442AD-114E-5F44-ABD0-3841631A580F}" destId="{B0B780C4-DF0E-614E-909C-EFCE8A08CE2E}" srcOrd="1" destOrd="0" presId="urn:microsoft.com/office/officeart/2009/3/layout/HorizontalOrganizationChart"/>
    <dgm:cxn modelId="{6ECA2FA0-299B-9A4B-A70A-A170E7371367}" type="presParOf" srcId="{B0B780C4-DF0E-614E-909C-EFCE8A08CE2E}" destId="{4F0D12F2-75DE-9A4E-BEB6-648A26C40D5B}" srcOrd="0" destOrd="0" presId="urn:microsoft.com/office/officeart/2009/3/layout/HorizontalOrganizationChart"/>
    <dgm:cxn modelId="{339CA87F-C035-E540-9E17-4C9FE06EE7ED}" type="presParOf" srcId="{B0B780C4-DF0E-614E-909C-EFCE8A08CE2E}" destId="{38C6CCE4-2617-5043-B0D4-76CAFB44DB6E}" srcOrd="1" destOrd="0" presId="urn:microsoft.com/office/officeart/2009/3/layout/HorizontalOrganizationChart"/>
    <dgm:cxn modelId="{48ADDE16-FB30-5E4F-BFEA-0D201FC39EDF}" type="presParOf" srcId="{38C6CCE4-2617-5043-B0D4-76CAFB44DB6E}" destId="{AA2220CF-FB85-D445-B6CC-604C1F86DDB1}" srcOrd="0" destOrd="0" presId="urn:microsoft.com/office/officeart/2009/3/layout/HorizontalOrganizationChart"/>
    <dgm:cxn modelId="{2CBE62B0-0078-9F4C-B171-417AA1086D61}" type="presParOf" srcId="{AA2220CF-FB85-D445-B6CC-604C1F86DDB1}" destId="{0FFDFFB8-B43A-D840-9E79-EBAE8B3421B7}" srcOrd="0" destOrd="0" presId="urn:microsoft.com/office/officeart/2009/3/layout/HorizontalOrganizationChart"/>
    <dgm:cxn modelId="{BE1536DA-167F-024E-910F-2BB694E6AAD3}" type="presParOf" srcId="{AA2220CF-FB85-D445-B6CC-604C1F86DDB1}" destId="{611300E5-1EF6-7449-8E09-E395F42D681E}" srcOrd="1" destOrd="0" presId="urn:microsoft.com/office/officeart/2009/3/layout/HorizontalOrganizationChart"/>
    <dgm:cxn modelId="{72794142-8626-6948-A4D0-3E8C2BAD308D}" type="presParOf" srcId="{38C6CCE4-2617-5043-B0D4-76CAFB44DB6E}" destId="{5E42C0E5-5F89-844B-B5C6-F6C593F8167B}" srcOrd="1" destOrd="0" presId="urn:microsoft.com/office/officeart/2009/3/layout/HorizontalOrganizationChart"/>
    <dgm:cxn modelId="{27150538-267F-4742-A8B3-C53DC7B63B73}" type="presParOf" srcId="{38C6CCE4-2617-5043-B0D4-76CAFB44DB6E}" destId="{8C608BC8-AC6D-9A43-B1C0-339DEF839D5B}" srcOrd="2" destOrd="0" presId="urn:microsoft.com/office/officeart/2009/3/layout/HorizontalOrganizationChart"/>
    <dgm:cxn modelId="{6EDBF5F7-7BB0-F340-9546-E95FCA3B1F07}" type="presParOf" srcId="{B0B780C4-DF0E-614E-909C-EFCE8A08CE2E}" destId="{265F749F-537B-C34F-A520-BE69260EB987}" srcOrd="2" destOrd="0" presId="urn:microsoft.com/office/officeart/2009/3/layout/HorizontalOrganizationChart"/>
    <dgm:cxn modelId="{ACD47051-F65F-0844-AB37-F16F734A46DF}" type="presParOf" srcId="{B0B780C4-DF0E-614E-909C-EFCE8A08CE2E}" destId="{251B1517-77BD-734C-A9E2-839DA8225804}" srcOrd="3" destOrd="0" presId="urn:microsoft.com/office/officeart/2009/3/layout/HorizontalOrganizationChart"/>
    <dgm:cxn modelId="{827F8012-4A36-9C42-97BB-9C598229DC4B}" type="presParOf" srcId="{251B1517-77BD-734C-A9E2-839DA8225804}" destId="{3EB284A1-D36F-F748-AD9A-F5B4A338B0FF}" srcOrd="0" destOrd="0" presId="urn:microsoft.com/office/officeart/2009/3/layout/HorizontalOrganizationChart"/>
    <dgm:cxn modelId="{49DA4E93-EA8D-0F43-BA35-C312F675D49F}" type="presParOf" srcId="{3EB284A1-D36F-F748-AD9A-F5B4A338B0FF}" destId="{BE2FFF1E-CFEE-DF4E-81C5-DD4B8BB2D6AC}" srcOrd="0" destOrd="0" presId="urn:microsoft.com/office/officeart/2009/3/layout/HorizontalOrganizationChart"/>
    <dgm:cxn modelId="{9F586A49-E3FF-DD40-A8C9-9D86E3440F66}" type="presParOf" srcId="{3EB284A1-D36F-F748-AD9A-F5B4A338B0FF}" destId="{362F92FF-B17B-FC4A-A411-E0D6CB55DB37}" srcOrd="1" destOrd="0" presId="urn:microsoft.com/office/officeart/2009/3/layout/HorizontalOrganizationChart"/>
    <dgm:cxn modelId="{70B7E03C-573E-9D49-8146-4312996AD489}" type="presParOf" srcId="{251B1517-77BD-734C-A9E2-839DA8225804}" destId="{DEBEA3B3-7392-4D42-B9E0-5580B73A842D}" srcOrd="1" destOrd="0" presId="urn:microsoft.com/office/officeart/2009/3/layout/HorizontalOrganizationChart"/>
    <dgm:cxn modelId="{CA3FEE4D-C5F2-AC4F-9E10-CFADD796C45B}" type="presParOf" srcId="{251B1517-77BD-734C-A9E2-839DA8225804}" destId="{C0F3E031-81C5-D74E-97B7-6CE23452CA7A}" srcOrd="2" destOrd="0" presId="urn:microsoft.com/office/officeart/2009/3/layout/HorizontalOrganizationChart"/>
    <dgm:cxn modelId="{D9BF0A99-BAF2-B14E-8B03-D6ACF3B43161}" type="presParOf" srcId="{B0B780C4-DF0E-614E-909C-EFCE8A08CE2E}" destId="{5BE95BB8-7242-9B49-B49C-8DDCD80E32E8}" srcOrd="4" destOrd="0" presId="urn:microsoft.com/office/officeart/2009/3/layout/HorizontalOrganizationChart"/>
    <dgm:cxn modelId="{EDCCF18C-5A9A-7744-8D0E-F1D9FCDD49E4}" type="presParOf" srcId="{B0B780C4-DF0E-614E-909C-EFCE8A08CE2E}" destId="{6EE55075-7165-FE44-B116-98961FDEF532}" srcOrd="5" destOrd="0" presId="urn:microsoft.com/office/officeart/2009/3/layout/HorizontalOrganizationChart"/>
    <dgm:cxn modelId="{2767071F-A25E-4948-B68D-A54F957E97F5}" type="presParOf" srcId="{6EE55075-7165-FE44-B116-98961FDEF532}" destId="{6F3027AB-E4C0-3740-8DBA-50D0C33A43A7}" srcOrd="0" destOrd="0" presId="urn:microsoft.com/office/officeart/2009/3/layout/HorizontalOrganizationChart"/>
    <dgm:cxn modelId="{3F6C9BA7-6692-CE41-916B-639FFA0FBE26}" type="presParOf" srcId="{6F3027AB-E4C0-3740-8DBA-50D0C33A43A7}" destId="{A4C0A1AE-3988-B24F-9361-022EEDC004A9}" srcOrd="0" destOrd="0" presId="urn:microsoft.com/office/officeart/2009/3/layout/HorizontalOrganizationChart"/>
    <dgm:cxn modelId="{BD5D350E-4C55-F94E-85FF-25A75E75AB6A}" type="presParOf" srcId="{6F3027AB-E4C0-3740-8DBA-50D0C33A43A7}" destId="{10E06DDA-F335-3640-853C-3AF6CA3BC69B}" srcOrd="1" destOrd="0" presId="urn:microsoft.com/office/officeart/2009/3/layout/HorizontalOrganizationChart"/>
    <dgm:cxn modelId="{1E916CAA-A62C-DF41-9DCA-9A3CBA960310}" type="presParOf" srcId="{6EE55075-7165-FE44-B116-98961FDEF532}" destId="{6510C818-6339-644C-8ADC-B9FE96F60A3E}" srcOrd="1" destOrd="0" presId="urn:microsoft.com/office/officeart/2009/3/layout/HorizontalOrganizationChart"/>
    <dgm:cxn modelId="{A5C223BC-115B-5647-B102-764986876F12}" type="presParOf" srcId="{6EE55075-7165-FE44-B116-98961FDEF532}" destId="{516E5DBE-4290-834C-BB50-6E1DB97BC854}" srcOrd="2" destOrd="0" presId="urn:microsoft.com/office/officeart/2009/3/layout/HorizontalOrganizationChart"/>
    <dgm:cxn modelId="{297E0554-7616-DF48-8842-93BC156E796B}" type="presParOf" srcId="{B0B780C4-DF0E-614E-909C-EFCE8A08CE2E}" destId="{E707BF47-0B6D-9E45-BAEA-BAC76D6A90DD}" srcOrd="6" destOrd="0" presId="urn:microsoft.com/office/officeart/2009/3/layout/HorizontalOrganizationChart"/>
    <dgm:cxn modelId="{40F16D50-3F22-FD4A-9D09-A35CD11885B9}" type="presParOf" srcId="{B0B780C4-DF0E-614E-909C-EFCE8A08CE2E}" destId="{7F137B05-B745-4D4D-829A-593F20E14FE0}" srcOrd="7" destOrd="0" presId="urn:microsoft.com/office/officeart/2009/3/layout/HorizontalOrganizationChart"/>
    <dgm:cxn modelId="{B283C1AC-3EDE-3745-978E-BD611C152177}" type="presParOf" srcId="{7F137B05-B745-4D4D-829A-593F20E14FE0}" destId="{C17EBC4C-D6B9-6945-9716-6E0F98888E2E}" srcOrd="0" destOrd="0" presId="urn:microsoft.com/office/officeart/2009/3/layout/HorizontalOrganizationChart"/>
    <dgm:cxn modelId="{D36AA5EA-7869-7B4C-829C-87D09709340D}" type="presParOf" srcId="{C17EBC4C-D6B9-6945-9716-6E0F98888E2E}" destId="{0063A002-4971-FB46-BE36-04C6249A47AA}" srcOrd="0" destOrd="0" presId="urn:microsoft.com/office/officeart/2009/3/layout/HorizontalOrganizationChart"/>
    <dgm:cxn modelId="{04F61CED-A861-A54D-BC11-505EF6BEE308}" type="presParOf" srcId="{C17EBC4C-D6B9-6945-9716-6E0F98888E2E}" destId="{9EE3B909-69D2-5E40-A3BE-FA2FC0834BAA}" srcOrd="1" destOrd="0" presId="urn:microsoft.com/office/officeart/2009/3/layout/HorizontalOrganizationChart"/>
    <dgm:cxn modelId="{833C4A83-316A-DC45-9C3B-B0E46F68F571}" type="presParOf" srcId="{7F137B05-B745-4D4D-829A-593F20E14FE0}" destId="{2E31821C-5C06-6F47-B52C-1639B94575BF}" srcOrd="1" destOrd="0" presId="urn:microsoft.com/office/officeart/2009/3/layout/HorizontalOrganizationChart"/>
    <dgm:cxn modelId="{612CF3BF-6F95-3545-B092-5E2B0B90A5C2}" type="presParOf" srcId="{7F137B05-B745-4D4D-829A-593F20E14FE0}" destId="{F4B4D626-1293-BB41-BEF0-63EF7C72C4EC}" srcOrd="2" destOrd="0" presId="urn:microsoft.com/office/officeart/2009/3/layout/HorizontalOrganizationChart"/>
    <dgm:cxn modelId="{0969474E-2FFA-9448-807D-952930E81410}" type="presParOf" srcId="{594442AD-114E-5F44-ABD0-3841631A580F}" destId="{F22A2440-AA36-6944-9262-68F1D84B1F2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41E126-A925-4187-86D4-1C2749D376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8C2AD6-9DB9-4785-AC73-E956A71810B7}">
      <dgm:prSet/>
      <dgm:spPr/>
      <dgm:t>
        <a:bodyPr/>
        <a:lstStyle/>
        <a:p>
          <a:r>
            <a:rPr lang="en-US" dirty="0"/>
            <a:t>Customer posts a task</a:t>
          </a:r>
        </a:p>
      </dgm:t>
    </dgm:pt>
    <dgm:pt modelId="{9D84626D-6382-4D35-9AEF-498DA07ED51E}" type="parTrans" cxnId="{5E662BDA-A6FC-4790-B55C-A2C2E6F0592D}">
      <dgm:prSet/>
      <dgm:spPr/>
      <dgm:t>
        <a:bodyPr/>
        <a:lstStyle/>
        <a:p>
          <a:endParaRPr lang="en-US"/>
        </a:p>
      </dgm:t>
    </dgm:pt>
    <dgm:pt modelId="{AFDBF6B1-CF38-4B0F-AC17-082CB480C841}" type="sibTrans" cxnId="{5E662BDA-A6FC-4790-B55C-A2C2E6F0592D}">
      <dgm:prSet/>
      <dgm:spPr/>
      <dgm:t>
        <a:bodyPr/>
        <a:lstStyle/>
        <a:p>
          <a:endParaRPr lang="en-US"/>
        </a:p>
      </dgm:t>
    </dgm:pt>
    <dgm:pt modelId="{BCFE4DF1-C09F-4290-9E4B-28F0B49BD25C}">
      <dgm:prSet/>
      <dgm:spPr/>
      <dgm:t>
        <a:bodyPr/>
        <a:lstStyle/>
        <a:p>
          <a:r>
            <a:rPr lang="en-US" dirty="0"/>
            <a:t>Customer hires a freelancer (direct booking)</a:t>
          </a:r>
        </a:p>
      </dgm:t>
    </dgm:pt>
    <dgm:pt modelId="{3B62DF93-CC19-49A4-94C5-869786C916D5}" type="parTrans" cxnId="{E44222FF-59DB-4D4C-B675-8AB1E3A26ABE}">
      <dgm:prSet/>
      <dgm:spPr/>
      <dgm:t>
        <a:bodyPr/>
        <a:lstStyle/>
        <a:p>
          <a:endParaRPr lang="en-US"/>
        </a:p>
      </dgm:t>
    </dgm:pt>
    <dgm:pt modelId="{43E64F7E-30FF-4782-A3E2-A3A8186DABB9}" type="sibTrans" cxnId="{E44222FF-59DB-4D4C-B675-8AB1E3A26ABE}">
      <dgm:prSet/>
      <dgm:spPr/>
      <dgm:t>
        <a:bodyPr/>
        <a:lstStyle/>
        <a:p>
          <a:endParaRPr lang="en-US"/>
        </a:p>
      </dgm:t>
    </dgm:pt>
    <dgm:pt modelId="{00A6F321-3BD3-44A8-997B-F3C6945BD996}">
      <dgm:prSet/>
      <dgm:spPr/>
      <dgm:t>
        <a:bodyPr/>
        <a:lstStyle/>
        <a:p>
          <a:r>
            <a:rPr lang="en-US" dirty="0"/>
            <a:t>Freelancer onboarding</a:t>
          </a:r>
        </a:p>
      </dgm:t>
    </dgm:pt>
    <dgm:pt modelId="{F81FC8AE-D986-46AC-A66B-60A553929EDA}" type="sibTrans" cxnId="{B8BC65B9-A8BE-44C0-BC36-CBD06AC0975F}">
      <dgm:prSet/>
      <dgm:spPr/>
      <dgm:t>
        <a:bodyPr/>
        <a:lstStyle/>
        <a:p>
          <a:endParaRPr lang="en-US"/>
        </a:p>
      </dgm:t>
    </dgm:pt>
    <dgm:pt modelId="{1E8B86C7-DAFA-4ED6-8DC6-31DCD0BE7795}" type="parTrans" cxnId="{B8BC65B9-A8BE-44C0-BC36-CBD06AC0975F}">
      <dgm:prSet/>
      <dgm:spPr/>
      <dgm:t>
        <a:bodyPr/>
        <a:lstStyle/>
        <a:p>
          <a:endParaRPr lang="en-US"/>
        </a:p>
      </dgm:t>
    </dgm:pt>
    <dgm:pt modelId="{7737D84A-D56C-4678-A3F9-00DABD778C76}" type="pres">
      <dgm:prSet presAssocID="{6F41E126-A925-4187-86D4-1C2749D37647}" presName="root" presStyleCnt="0">
        <dgm:presLayoutVars>
          <dgm:dir/>
          <dgm:resizeHandles val="exact"/>
        </dgm:presLayoutVars>
      </dgm:prSet>
      <dgm:spPr/>
    </dgm:pt>
    <dgm:pt modelId="{69B46165-7C1F-4706-B486-D6986F9379A8}" type="pres">
      <dgm:prSet presAssocID="{758C2AD6-9DB9-4785-AC73-E956A71810B7}" presName="compNode" presStyleCnt="0"/>
      <dgm:spPr/>
    </dgm:pt>
    <dgm:pt modelId="{418280BB-5E3C-4512-B0CF-E939137EBE8A}" type="pres">
      <dgm:prSet presAssocID="{758C2AD6-9DB9-4785-AC73-E956A71810B7}" presName="bgRect" presStyleLbl="bgShp" presStyleIdx="0" presStyleCnt="3"/>
      <dgm:spPr/>
    </dgm:pt>
    <dgm:pt modelId="{4FEFFA78-EDFE-492C-9380-01ED5DCEC7DE}" type="pres">
      <dgm:prSet presAssocID="{758C2AD6-9DB9-4785-AC73-E956A71810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E280103-9132-4346-8C37-24A915646CD7}" type="pres">
      <dgm:prSet presAssocID="{758C2AD6-9DB9-4785-AC73-E956A71810B7}" presName="spaceRect" presStyleCnt="0"/>
      <dgm:spPr/>
    </dgm:pt>
    <dgm:pt modelId="{0D6322C2-A7C3-4825-874F-BDEB59B73EF0}" type="pres">
      <dgm:prSet presAssocID="{758C2AD6-9DB9-4785-AC73-E956A71810B7}" presName="parTx" presStyleLbl="revTx" presStyleIdx="0" presStyleCnt="3">
        <dgm:presLayoutVars>
          <dgm:chMax val="0"/>
          <dgm:chPref val="0"/>
        </dgm:presLayoutVars>
      </dgm:prSet>
      <dgm:spPr/>
    </dgm:pt>
    <dgm:pt modelId="{BDFDE2AE-333E-4A5B-8BCB-0462B6FE24B6}" type="pres">
      <dgm:prSet presAssocID="{AFDBF6B1-CF38-4B0F-AC17-082CB480C841}" presName="sibTrans" presStyleCnt="0"/>
      <dgm:spPr/>
    </dgm:pt>
    <dgm:pt modelId="{43ECBF15-7FC0-4AC8-900E-FA979EF660DE}" type="pres">
      <dgm:prSet presAssocID="{BCFE4DF1-C09F-4290-9E4B-28F0B49BD25C}" presName="compNode" presStyleCnt="0"/>
      <dgm:spPr/>
    </dgm:pt>
    <dgm:pt modelId="{5ED38D55-B2F8-4F07-826F-20294F40CEA1}" type="pres">
      <dgm:prSet presAssocID="{BCFE4DF1-C09F-4290-9E4B-28F0B49BD25C}" presName="bgRect" presStyleLbl="bgShp" presStyleIdx="1" presStyleCnt="3"/>
      <dgm:spPr/>
    </dgm:pt>
    <dgm:pt modelId="{2CD5D7E6-716B-4FD4-9FBF-0EB2D7B10464}" type="pres">
      <dgm:prSet presAssocID="{BCFE4DF1-C09F-4290-9E4B-28F0B49BD2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AA63F20-4E42-4BE9-8D59-7BBCD2BF36C6}" type="pres">
      <dgm:prSet presAssocID="{BCFE4DF1-C09F-4290-9E4B-28F0B49BD25C}" presName="spaceRect" presStyleCnt="0"/>
      <dgm:spPr/>
    </dgm:pt>
    <dgm:pt modelId="{B67DCB75-C53B-4F23-81A5-6C297DD64C33}" type="pres">
      <dgm:prSet presAssocID="{BCFE4DF1-C09F-4290-9E4B-28F0B49BD25C}" presName="parTx" presStyleLbl="revTx" presStyleIdx="1" presStyleCnt="3">
        <dgm:presLayoutVars>
          <dgm:chMax val="0"/>
          <dgm:chPref val="0"/>
        </dgm:presLayoutVars>
      </dgm:prSet>
      <dgm:spPr/>
    </dgm:pt>
    <dgm:pt modelId="{4BCFB3FF-8368-4EFF-B190-CC161868259A}" type="pres">
      <dgm:prSet presAssocID="{43E64F7E-30FF-4782-A3E2-A3A8186DABB9}" presName="sibTrans" presStyleCnt="0"/>
      <dgm:spPr/>
    </dgm:pt>
    <dgm:pt modelId="{241C6F36-2127-4001-BF23-22BC6648A641}" type="pres">
      <dgm:prSet presAssocID="{00A6F321-3BD3-44A8-997B-F3C6945BD996}" presName="compNode" presStyleCnt="0"/>
      <dgm:spPr/>
    </dgm:pt>
    <dgm:pt modelId="{DAA26047-6DBD-450B-A074-EAF307F9C8EC}" type="pres">
      <dgm:prSet presAssocID="{00A6F321-3BD3-44A8-997B-F3C6945BD996}" presName="bgRect" presStyleLbl="bgShp" presStyleIdx="2" presStyleCnt="3"/>
      <dgm:spPr/>
    </dgm:pt>
    <dgm:pt modelId="{FDD41C1C-5261-49B3-BD42-CEFF48F059AB}" type="pres">
      <dgm:prSet presAssocID="{00A6F321-3BD3-44A8-997B-F3C6945BD9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9D19BA9-12FD-4758-AA51-E8F9D42611DC}" type="pres">
      <dgm:prSet presAssocID="{00A6F321-3BD3-44A8-997B-F3C6945BD996}" presName="spaceRect" presStyleCnt="0"/>
      <dgm:spPr/>
    </dgm:pt>
    <dgm:pt modelId="{BD037223-CE79-4DBC-9E1B-A72F1290F144}" type="pres">
      <dgm:prSet presAssocID="{00A6F321-3BD3-44A8-997B-F3C6945BD99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19BB311-4D6A-4F03-A3FA-28E1458C597F}" type="presOf" srcId="{6F41E126-A925-4187-86D4-1C2749D37647}" destId="{7737D84A-D56C-4678-A3F9-00DABD778C76}" srcOrd="0" destOrd="0" presId="urn:microsoft.com/office/officeart/2018/2/layout/IconVerticalSolidList"/>
    <dgm:cxn modelId="{10BAB1B6-6E4E-4221-A419-4B3BCB57EDF4}" type="presOf" srcId="{758C2AD6-9DB9-4785-AC73-E956A71810B7}" destId="{0D6322C2-A7C3-4825-874F-BDEB59B73EF0}" srcOrd="0" destOrd="0" presId="urn:microsoft.com/office/officeart/2018/2/layout/IconVerticalSolidList"/>
    <dgm:cxn modelId="{B8BC65B9-A8BE-44C0-BC36-CBD06AC0975F}" srcId="{6F41E126-A925-4187-86D4-1C2749D37647}" destId="{00A6F321-3BD3-44A8-997B-F3C6945BD996}" srcOrd="2" destOrd="0" parTransId="{1E8B86C7-DAFA-4ED6-8DC6-31DCD0BE7795}" sibTransId="{F81FC8AE-D986-46AC-A66B-60A553929EDA}"/>
    <dgm:cxn modelId="{1FC280CF-0925-40D6-918E-CDFFF48D7E46}" type="presOf" srcId="{BCFE4DF1-C09F-4290-9E4B-28F0B49BD25C}" destId="{B67DCB75-C53B-4F23-81A5-6C297DD64C33}" srcOrd="0" destOrd="0" presId="urn:microsoft.com/office/officeart/2018/2/layout/IconVerticalSolidList"/>
    <dgm:cxn modelId="{7A9EBCCF-16FF-4A37-904D-EE16E844B114}" type="presOf" srcId="{00A6F321-3BD3-44A8-997B-F3C6945BD996}" destId="{BD037223-CE79-4DBC-9E1B-A72F1290F144}" srcOrd="0" destOrd="0" presId="urn:microsoft.com/office/officeart/2018/2/layout/IconVerticalSolidList"/>
    <dgm:cxn modelId="{5E662BDA-A6FC-4790-B55C-A2C2E6F0592D}" srcId="{6F41E126-A925-4187-86D4-1C2749D37647}" destId="{758C2AD6-9DB9-4785-AC73-E956A71810B7}" srcOrd="0" destOrd="0" parTransId="{9D84626D-6382-4D35-9AEF-498DA07ED51E}" sibTransId="{AFDBF6B1-CF38-4B0F-AC17-082CB480C841}"/>
    <dgm:cxn modelId="{E44222FF-59DB-4D4C-B675-8AB1E3A26ABE}" srcId="{6F41E126-A925-4187-86D4-1C2749D37647}" destId="{BCFE4DF1-C09F-4290-9E4B-28F0B49BD25C}" srcOrd="1" destOrd="0" parTransId="{3B62DF93-CC19-49A4-94C5-869786C916D5}" sibTransId="{43E64F7E-30FF-4782-A3E2-A3A8186DABB9}"/>
    <dgm:cxn modelId="{C2EC45FC-112B-46B6-B860-AEC455BB4D22}" type="presParOf" srcId="{7737D84A-D56C-4678-A3F9-00DABD778C76}" destId="{69B46165-7C1F-4706-B486-D6986F9379A8}" srcOrd="0" destOrd="0" presId="urn:microsoft.com/office/officeart/2018/2/layout/IconVerticalSolidList"/>
    <dgm:cxn modelId="{4C1211EE-B3C2-4739-B9F3-106ED05FF925}" type="presParOf" srcId="{69B46165-7C1F-4706-B486-D6986F9379A8}" destId="{418280BB-5E3C-4512-B0CF-E939137EBE8A}" srcOrd="0" destOrd="0" presId="urn:microsoft.com/office/officeart/2018/2/layout/IconVerticalSolidList"/>
    <dgm:cxn modelId="{F9D60887-431B-43E3-804C-8E91415FECEF}" type="presParOf" srcId="{69B46165-7C1F-4706-B486-D6986F9379A8}" destId="{4FEFFA78-EDFE-492C-9380-01ED5DCEC7DE}" srcOrd="1" destOrd="0" presId="urn:microsoft.com/office/officeart/2018/2/layout/IconVerticalSolidList"/>
    <dgm:cxn modelId="{FCE43388-161B-4D60-B590-AB8FA5A3A9D0}" type="presParOf" srcId="{69B46165-7C1F-4706-B486-D6986F9379A8}" destId="{6E280103-9132-4346-8C37-24A915646CD7}" srcOrd="2" destOrd="0" presId="urn:microsoft.com/office/officeart/2018/2/layout/IconVerticalSolidList"/>
    <dgm:cxn modelId="{01376F4A-7685-4010-9B80-7A69C7CDDC72}" type="presParOf" srcId="{69B46165-7C1F-4706-B486-D6986F9379A8}" destId="{0D6322C2-A7C3-4825-874F-BDEB59B73EF0}" srcOrd="3" destOrd="0" presId="urn:microsoft.com/office/officeart/2018/2/layout/IconVerticalSolidList"/>
    <dgm:cxn modelId="{C235FAB1-2062-407F-8E43-EED9F2E0D36E}" type="presParOf" srcId="{7737D84A-D56C-4678-A3F9-00DABD778C76}" destId="{BDFDE2AE-333E-4A5B-8BCB-0462B6FE24B6}" srcOrd="1" destOrd="0" presId="urn:microsoft.com/office/officeart/2018/2/layout/IconVerticalSolidList"/>
    <dgm:cxn modelId="{3E27C6C6-797F-4CF3-A2BB-B8B98C0E5D06}" type="presParOf" srcId="{7737D84A-D56C-4678-A3F9-00DABD778C76}" destId="{43ECBF15-7FC0-4AC8-900E-FA979EF660DE}" srcOrd="2" destOrd="0" presId="urn:microsoft.com/office/officeart/2018/2/layout/IconVerticalSolidList"/>
    <dgm:cxn modelId="{907C2B88-EA57-4D69-BA59-4A57037A3FCF}" type="presParOf" srcId="{43ECBF15-7FC0-4AC8-900E-FA979EF660DE}" destId="{5ED38D55-B2F8-4F07-826F-20294F40CEA1}" srcOrd="0" destOrd="0" presId="urn:microsoft.com/office/officeart/2018/2/layout/IconVerticalSolidList"/>
    <dgm:cxn modelId="{6814F269-A78C-47EF-B086-D4F59FF55BDB}" type="presParOf" srcId="{43ECBF15-7FC0-4AC8-900E-FA979EF660DE}" destId="{2CD5D7E6-716B-4FD4-9FBF-0EB2D7B10464}" srcOrd="1" destOrd="0" presId="urn:microsoft.com/office/officeart/2018/2/layout/IconVerticalSolidList"/>
    <dgm:cxn modelId="{C55B9E02-F11A-4FEA-AE81-3B4C613A23E4}" type="presParOf" srcId="{43ECBF15-7FC0-4AC8-900E-FA979EF660DE}" destId="{5AA63F20-4E42-4BE9-8D59-7BBCD2BF36C6}" srcOrd="2" destOrd="0" presId="urn:microsoft.com/office/officeart/2018/2/layout/IconVerticalSolidList"/>
    <dgm:cxn modelId="{32454F58-3569-4A04-9A5C-03DC752CE26A}" type="presParOf" srcId="{43ECBF15-7FC0-4AC8-900E-FA979EF660DE}" destId="{B67DCB75-C53B-4F23-81A5-6C297DD64C33}" srcOrd="3" destOrd="0" presId="urn:microsoft.com/office/officeart/2018/2/layout/IconVerticalSolidList"/>
    <dgm:cxn modelId="{3740C730-647F-4E8C-876C-7985E1F0DD35}" type="presParOf" srcId="{7737D84A-D56C-4678-A3F9-00DABD778C76}" destId="{4BCFB3FF-8368-4EFF-B190-CC161868259A}" srcOrd="3" destOrd="0" presId="urn:microsoft.com/office/officeart/2018/2/layout/IconVerticalSolidList"/>
    <dgm:cxn modelId="{D46DFFE2-D1DB-435A-ABD6-0935BE1453A3}" type="presParOf" srcId="{7737D84A-D56C-4678-A3F9-00DABD778C76}" destId="{241C6F36-2127-4001-BF23-22BC6648A641}" srcOrd="4" destOrd="0" presId="urn:microsoft.com/office/officeart/2018/2/layout/IconVerticalSolidList"/>
    <dgm:cxn modelId="{D887EF4C-29AF-445D-AA2F-A36A0F07CBB5}" type="presParOf" srcId="{241C6F36-2127-4001-BF23-22BC6648A641}" destId="{DAA26047-6DBD-450B-A074-EAF307F9C8EC}" srcOrd="0" destOrd="0" presId="urn:microsoft.com/office/officeart/2018/2/layout/IconVerticalSolidList"/>
    <dgm:cxn modelId="{A3165555-8ACE-48DB-8E57-C4099E33C709}" type="presParOf" srcId="{241C6F36-2127-4001-BF23-22BC6648A641}" destId="{FDD41C1C-5261-49B3-BD42-CEFF48F059AB}" srcOrd="1" destOrd="0" presId="urn:microsoft.com/office/officeart/2018/2/layout/IconVerticalSolidList"/>
    <dgm:cxn modelId="{5FC4E1E5-46DD-477D-BB7D-DDF5C04C642A}" type="presParOf" srcId="{241C6F36-2127-4001-BF23-22BC6648A641}" destId="{B9D19BA9-12FD-4758-AA51-E8F9D42611DC}" srcOrd="2" destOrd="0" presId="urn:microsoft.com/office/officeart/2018/2/layout/IconVerticalSolidList"/>
    <dgm:cxn modelId="{F1A264F7-EF8A-41E6-9C18-80B3952C7C9B}" type="presParOf" srcId="{241C6F36-2127-4001-BF23-22BC6648A641}" destId="{BD037223-CE79-4DBC-9E1B-A72F1290F1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DAAC8B-2A76-464E-944C-729A4B2A99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19F064-5D83-4FEE-BD83-23080ADAA002}">
      <dgm:prSet/>
      <dgm:spPr/>
      <dgm:t>
        <a:bodyPr/>
        <a:lstStyle/>
        <a:p>
          <a:r>
            <a:rPr lang="en-US" dirty="0"/>
            <a:t>Register</a:t>
          </a:r>
        </a:p>
      </dgm:t>
    </dgm:pt>
    <dgm:pt modelId="{332F1096-00AC-41C1-91D1-3376504D6D0C}" type="parTrans" cxnId="{DE459093-717B-43BF-B5D9-1B78FB5E0B1F}">
      <dgm:prSet/>
      <dgm:spPr/>
      <dgm:t>
        <a:bodyPr/>
        <a:lstStyle/>
        <a:p>
          <a:endParaRPr lang="en-US"/>
        </a:p>
      </dgm:t>
    </dgm:pt>
    <dgm:pt modelId="{8DD19F4E-8802-4598-A300-56F7433A4334}" type="sibTrans" cxnId="{DE459093-717B-43BF-B5D9-1B78FB5E0B1F}">
      <dgm:prSet/>
      <dgm:spPr/>
      <dgm:t>
        <a:bodyPr/>
        <a:lstStyle/>
        <a:p>
          <a:endParaRPr lang="en-US"/>
        </a:p>
      </dgm:t>
    </dgm:pt>
    <dgm:pt modelId="{50B90807-B433-439A-AD28-D618957E98FB}">
      <dgm:prSet/>
      <dgm:spPr/>
      <dgm:t>
        <a:bodyPr/>
        <a:lstStyle/>
        <a:p>
          <a:r>
            <a:rPr lang="en-US"/>
            <a:t>Create profile</a:t>
          </a:r>
        </a:p>
      </dgm:t>
    </dgm:pt>
    <dgm:pt modelId="{43ADEEC0-E77C-4BC4-9258-B87239117F21}" type="parTrans" cxnId="{22746DC5-6698-44FD-AA2D-37A4DE8A5681}">
      <dgm:prSet/>
      <dgm:spPr/>
      <dgm:t>
        <a:bodyPr/>
        <a:lstStyle/>
        <a:p>
          <a:endParaRPr lang="en-US"/>
        </a:p>
      </dgm:t>
    </dgm:pt>
    <dgm:pt modelId="{27758BB2-A0FF-4A2B-BB1E-3DA44057E88D}" type="sibTrans" cxnId="{22746DC5-6698-44FD-AA2D-37A4DE8A5681}">
      <dgm:prSet/>
      <dgm:spPr/>
      <dgm:t>
        <a:bodyPr/>
        <a:lstStyle/>
        <a:p>
          <a:endParaRPr lang="en-US"/>
        </a:p>
      </dgm:t>
    </dgm:pt>
    <dgm:pt modelId="{17B24BBF-E78E-4064-9A12-19FCEEB455A1}">
      <dgm:prSet/>
      <dgm:spPr/>
      <dgm:t>
        <a:bodyPr/>
        <a:lstStyle/>
        <a:p>
          <a:r>
            <a:rPr lang="en-US"/>
            <a:t>Add skills &amp; pricing</a:t>
          </a:r>
        </a:p>
      </dgm:t>
    </dgm:pt>
    <dgm:pt modelId="{69AE6CA9-0106-4FCC-AA8E-20357C9C5CAA}" type="parTrans" cxnId="{E1696618-6B60-4AAE-B939-048821494F55}">
      <dgm:prSet/>
      <dgm:spPr/>
      <dgm:t>
        <a:bodyPr/>
        <a:lstStyle/>
        <a:p>
          <a:endParaRPr lang="en-US"/>
        </a:p>
      </dgm:t>
    </dgm:pt>
    <dgm:pt modelId="{16CE605F-D9F7-4E04-908D-DDF2D9B456A5}" type="sibTrans" cxnId="{E1696618-6B60-4AAE-B939-048821494F55}">
      <dgm:prSet/>
      <dgm:spPr/>
      <dgm:t>
        <a:bodyPr/>
        <a:lstStyle/>
        <a:p>
          <a:endParaRPr lang="en-US"/>
        </a:p>
      </dgm:t>
    </dgm:pt>
    <dgm:pt modelId="{E8745624-4B6A-4DB0-B057-B7D4E53B390A}">
      <dgm:prSet/>
      <dgm:spPr/>
      <dgm:t>
        <a:bodyPr/>
        <a:lstStyle/>
        <a:p>
          <a:r>
            <a:rPr lang="en-US"/>
            <a:t>Set available time</a:t>
          </a:r>
        </a:p>
      </dgm:t>
    </dgm:pt>
    <dgm:pt modelId="{2AAE3578-012A-4DD0-9A64-4716ED7C0968}" type="parTrans" cxnId="{75AF2AB0-E605-4F63-8767-6A818A6A53B5}">
      <dgm:prSet/>
      <dgm:spPr/>
      <dgm:t>
        <a:bodyPr/>
        <a:lstStyle/>
        <a:p>
          <a:endParaRPr lang="en-US"/>
        </a:p>
      </dgm:t>
    </dgm:pt>
    <dgm:pt modelId="{3E25ED73-0630-4F64-B11A-76F0CC2A3FB6}" type="sibTrans" cxnId="{75AF2AB0-E605-4F63-8767-6A818A6A53B5}">
      <dgm:prSet/>
      <dgm:spPr/>
      <dgm:t>
        <a:bodyPr/>
        <a:lstStyle/>
        <a:p>
          <a:endParaRPr lang="en-US"/>
        </a:p>
      </dgm:t>
    </dgm:pt>
    <dgm:pt modelId="{B081CE11-678E-44CE-947F-32588044E4DE}">
      <dgm:prSet/>
      <dgm:spPr/>
      <dgm:t>
        <a:bodyPr/>
        <a:lstStyle/>
        <a:p>
          <a:r>
            <a:rPr lang="en-US"/>
            <a:t>Submit relevant documents</a:t>
          </a:r>
        </a:p>
      </dgm:t>
    </dgm:pt>
    <dgm:pt modelId="{8500B577-D703-471D-B7D4-52713789EC20}" type="parTrans" cxnId="{4A04FD87-1D46-4ADB-BF72-B7F8D51D2FF2}">
      <dgm:prSet/>
      <dgm:spPr/>
      <dgm:t>
        <a:bodyPr/>
        <a:lstStyle/>
        <a:p>
          <a:endParaRPr lang="en-US"/>
        </a:p>
      </dgm:t>
    </dgm:pt>
    <dgm:pt modelId="{0D1C257B-E7DC-48E8-90B4-992B837AE2F3}" type="sibTrans" cxnId="{4A04FD87-1D46-4ADB-BF72-B7F8D51D2FF2}">
      <dgm:prSet/>
      <dgm:spPr/>
      <dgm:t>
        <a:bodyPr/>
        <a:lstStyle/>
        <a:p>
          <a:endParaRPr lang="en-US"/>
        </a:p>
      </dgm:t>
    </dgm:pt>
    <dgm:pt modelId="{CBF84A5B-5B52-4843-8EA2-8F052AEC1AD0}">
      <dgm:prSet/>
      <dgm:spPr/>
      <dgm:t>
        <a:bodyPr/>
        <a:lstStyle/>
        <a:p>
          <a:r>
            <a:rPr lang="en-US"/>
            <a:t>Verification and Admin approves</a:t>
          </a:r>
        </a:p>
      </dgm:t>
    </dgm:pt>
    <dgm:pt modelId="{97B5EB9D-7234-408A-A79C-6BB26DCE5FBA}" type="parTrans" cxnId="{25D3C681-0F71-43BA-9403-057A7B39473C}">
      <dgm:prSet/>
      <dgm:spPr/>
      <dgm:t>
        <a:bodyPr/>
        <a:lstStyle/>
        <a:p>
          <a:endParaRPr lang="en-US"/>
        </a:p>
      </dgm:t>
    </dgm:pt>
    <dgm:pt modelId="{9FC4ADD9-83E1-4C3E-875C-5F6A86784915}" type="sibTrans" cxnId="{25D3C681-0F71-43BA-9403-057A7B39473C}">
      <dgm:prSet/>
      <dgm:spPr/>
      <dgm:t>
        <a:bodyPr/>
        <a:lstStyle/>
        <a:p>
          <a:endParaRPr lang="en-US"/>
        </a:p>
      </dgm:t>
    </dgm:pt>
    <dgm:pt modelId="{FB33F597-0959-4BA0-9C19-484EA9699144}">
      <dgm:prSet/>
      <dgm:spPr/>
      <dgm:t>
        <a:bodyPr/>
        <a:lstStyle/>
        <a:p>
          <a:r>
            <a:rPr lang="en-US"/>
            <a:t>Account becomes active</a:t>
          </a:r>
        </a:p>
      </dgm:t>
    </dgm:pt>
    <dgm:pt modelId="{D9F1D857-E396-40DB-AEE7-3A806CDDD616}" type="parTrans" cxnId="{930CD5A6-2DAC-4588-BECB-FFEA5B48618D}">
      <dgm:prSet/>
      <dgm:spPr/>
      <dgm:t>
        <a:bodyPr/>
        <a:lstStyle/>
        <a:p>
          <a:endParaRPr lang="en-US"/>
        </a:p>
      </dgm:t>
    </dgm:pt>
    <dgm:pt modelId="{8A157573-E0AD-46C4-A692-6C48A2FA6BBF}" type="sibTrans" cxnId="{930CD5A6-2DAC-4588-BECB-FFEA5B48618D}">
      <dgm:prSet/>
      <dgm:spPr/>
      <dgm:t>
        <a:bodyPr/>
        <a:lstStyle/>
        <a:p>
          <a:endParaRPr lang="en-US"/>
        </a:p>
      </dgm:t>
    </dgm:pt>
    <dgm:pt modelId="{C6B1A3B8-3B7A-4BCE-A907-A87C4CA0617A}" type="pres">
      <dgm:prSet presAssocID="{EDDAAC8B-2A76-464E-944C-729A4B2A996E}" presName="root" presStyleCnt="0">
        <dgm:presLayoutVars>
          <dgm:dir/>
          <dgm:resizeHandles val="exact"/>
        </dgm:presLayoutVars>
      </dgm:prSet>
      <dgm:spPr/>
    </dgm:pt>
    <dgm:pt modelId="{DBACB59E-5E59-4C16-8B42-61417BB54FEE}" type="pres">
      <dgm:prSet presAssocID="{F919F064-5D83-4FEE-BD83-23080ADAA002}" presName="compNode" presStyleCnt="0"/>
      <dgm:spPr/>
    </dgm:pt>
    <dgm:pt modelId="{AA9FF3BC-7591-4B44-9E7C-D2407901C334}" type="pres">
      <dgm:prSet presAssocID="{F919F064-5D83-4FEE-BD83-23080ADAA002}" presName="bgRect" presStyleLbl="bgShp" presStyleIdx="0" presStyleCnt="7"/>
      <dgm:spPr/>
    </dgm:pt>
    <dgm:pt modelId="{AAD5ADA1-564C-4CF3-A63C-D8C59C8739A1}" type="pres">
      <dgm:prSet presAssocID="{F919F064-5D83-4FEE-BD83-23080ADAA00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BE8C278D-718A-4CDB-ACCF-3298F1364ED7}" type="pres">
      <dgm:prSet presAssocID="{F919F064-5D83-4FEE-BD83-23080ADAA002}" presName="spaceRect" presStyleCnt="0"/>
      <dgm:spPr/>
    </dgm:pt>
    <dgm:pt modelId="{5B6F773B-D406-455A-B45D-46C706456641}" type="pres">
      <dgm:prSet presAssocID="{F919F064-5D83-4FEE-BD83-23080ADAA002}" presName="parTx" presStyleLbl="revTx" presStyleIdx="0" presStyleCnt="7">
        <dgm:presLayoutVars>
          <dgm:chMax val="0"/>
          <dgm:chPref val="0"/>
        </dgm:presLayoutVars>
      </dgm:prSet>
      <dgm:spPr/>
    </dgm:pt>
    <dgm:pt modelId="{4A4200BA-6657-4979-BB33-AF243F7DA2A4}" type="pres">
      <dgm:prSet presAssocID="{8DD19F4E-8802-4598-A300-56F7433A4334}" presName="sibTrans" presStyleCnt="0"/>
      <dgm:spPr/>
    </dgm:pt>
    <dgm:pt modelId="{BD34F466-CE5D-4604-B6AA-05E3B1CB07DA}" type="pres">
      <dgm:prSet presAssocID="{50B90807-B433-439A-AD28-D618957E98FB}" presName="compNode" presStyleCnt="0"/>
      <dgm:spPr/>
    </dgm:pt>
    <dgm:pt modelId="{89BDA6F9-C81C-4D5A-AD8E-A688E4115E16}" type="pres">
      <dgm:prSet presAssocID="{50B90807-B433-439A-AD28-D618957E98FB}" presName="bgRect" presStyleLbl="bgShp" presStyleIdx="1" presStyleCnt="7"/>
      <dgm:spPr/>
    </dgm:pt>
    <dgm:pt modelId="{5D3BE618-DF54-478E-BAC6-5BBBE6E0CB21}" type="pres">
      <dgm:prSet presAssocID="{50B90807-B433-439A-AD28-D618957E98F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CF16D3D-CC68-43C8-BFA8-E725C9D7D23C}" type="pres">
      <dgm:prSet presAssocID="{50B90807-B433-439A-AD28-D618957E98FB}" presName="spaceRect" presStyleCnt="0"/>
      <dgm:spPr/>
    </dgm:pt>
    <dgm:pt modelId="{A7B6FAE7-535A-43A4-BA84-825B76F74D9E}" type="pres">
      <dgm:prSet presAssocID="{50B90807-B433-439A-AD28-D618957E98FB}" presName="parTx" presStyleLbl="revTx" presStyleIdx="1" presStyleCnt="7">
        <dgm:presLayoutVars>
          <dgm:chMax val="0"/>
          <dgm:chPref val="0"/>
        </dgm:presLayoutVars>
      </dgm:prSet>
      <dgm:spPr/>
    </dgm:pt>
    <dgm:pt modelId="{0AB1EAB4-51A7-47FF-9CF8-952676B0F06E}" type="pres">
      <dgm:prSet presAssocID="{27758BB2-A0FF-4A2B-BB1E-3DA44057E88D}" presName="sibTrans" presStyleCnt="0"/>
      <dgm:spPr/>
    </dgm:pt>
    <dgm:pt modelId="{678747DB-8757-4385-B83A-6EF28AED3CCA}" type="pres">
      <dgm:prSet presAssocID="{17B24BBF-E78E-4064-9A12-19FCEEB455A1}" presName="compNode" presStyleCnt="0"/>
      <dgm:spPr/>
    </dgm:pt>
    <dgm:pt modelId="{D1A5978B-13D5-4DBA-9381-ACBBCD91AC28}" type="pres">
      <dgm:prSet presAssocID="{17B24BBF-E78E-4064-9A12-19FCEEB455A1}" presName="bgRect" presStyleLbl="bgShp" presStyleIdx="2" presStyleCnt="7"/>
      <dgm:spPr/>
    </dgm:pt>
    <dgm:pt modelId="{80964718-2F18-466C-B0E6-905F8339C286}" type="pres">
      <dgm:prSet presAssocID="{17B24BBF-E78E-4064-9A12-19FCEEB455A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ED5EA51-34D2-4184-8E86-9511173A6658}" type="pres">
      <dgm:prSet presAssocID="{17B24BBF-E78E-4064-9A12-19FCEEB455A1}" presName="spaceRect" presStyleCnt="0"/>
      <dgm:spPr/>
    </dgm:pt>
    <dgm:pt modelId="{2BA4AF84-2E53-4DCA-894D-0D8F52E26014}" type="pres">
      <dgm:prSet presAssocID="{17B24BBF-E78E-4064-9A12-19FCEEB455A1}" presName="parTx" presStyleLbl="revTx" presStyleIdx="2" presStyleCnt="7">
        <dgm:presLayoutVars>
          <dgm:chMax val="0"/>
          <dgm:chPref val="0"/>
        </dgm:presLayoutVars>
      </dgm:prSet>
      <dgm:spPr/>
    </dgm:pt>
    <dgm:pt modelId="{D4FD38E6-D1D9-4FC5-BE21-9ABE91C05EB8}" type="pres">
      <dgm:prSet presAssocID="{16CE605F-D9F7-4E04-908D-DDF2D9B456A5}" presName="sibTrans" presStyleCnt="0"/>
      <dgm:spPr/>
    </dgm:pt>
    <dgm:pt modelId="{C6B4A810-50DF-4E45-9584-F9F73E500D5C}" type="pres">
      <dgm:prSet presAssocID="{E8745624-4B6A-4DB0-B057-B7D4E53B390A}" presName="compNode" presStyleCnt="0"/>
      <dgm:spPr/>
    </dgm:pt>
    <dgm:pt modelId="{A190524F-B5D2-439F-A424-D23CCAB78AC4}" type="pres">
      <dgm:prSet presAssocID="{E8745624-4B6A-4DB0-B057-B7D4E53B390A}" presName="bgRect" presStyleLbl="bgShp" presStyleIdx="3" presStyleCnt="7"/>
      <dgm:spPr/>
    </dgm:pt>
    <dgm:pt modelId="{4D71F4F2-B211-4541-9842-38E59C417CF1}" type="pres">
      <dgm:prSet presAssocID="{E8745624-4B6A-4DB0-B057-B7D4E53B390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917D902-FBCF-42BD-8848-BEADFF369080}" type="pres">
      <dgm:prSet presAssocID="{E8745624-4B6A-4DB0-B057-B7D4E53B390A}" presName="spaceRect" presStyleCnt="0"/>
      <dgm:spPr/>
    </dgm:pt>
    <dgm:pt modelId="{A9B7A590-B9AE-4205-9272-EBCD7322DE05}" type="pres">
      <dgm:prSet presAssocID="{E8745624-4B6A-4DB0-B057-B7D4E53B390A}" presName="parTx" presStyleLbl="revTx" presStyleIdx="3" presStyleCnt="7">
        <dgm:presLayoutVars>
          <dgm:chMax val="0"/>
          <dgm:chPref val="0"/>
        </dgm:presLayoutVars>
      </dgm:prSet>
      <dgm:spPr/>
    </dgm:pt>
    <dgm:pt modelId="{BA926D4C-D6CD-460B-900B-CC251062787C}" type="pres">
      <dgm:prSet presAssocID="{3E25ED73-0630-4F64-B11A-76F0CC2A3FB6}" presName="sibTrans" presStyleCnt="0"/>
      <dgm:spPr/>
    </dgm:pt>
    <dgm:pt modelId="{34CC97CC-C955-4F09-9F0F-DBA2F20379E8}" type="pres">
      <dgm:prSet presAssocID="{B081CE11-678E-44CE-947F-32588044E4DE}" presName="compNode" presStyleCnt="0"/>
      <dgm:spPr/>
    </dgm:pt>
    <dgm:pt modelId="{651AC05A-C227-45AD-881B-3D5EB21F082D}" type="pres">
      <dgm:prSet presAssocID="{B081CE11-678E-44CE-947F-32588044E4DE}" presName="bgRect" presStyleLbl="bgShp" presStyleIdx="4" presStyleCnt="7"/>
      <dgm:spPr/>
    </dgm:pt>
    <dgm:pt modelId="{0886D764-7889-4A54-9CD6-2D428594BB85}" type="pres">
      <dgm:prSet presAssocID="{B081CE11-678E-44CE-947F-32588044E4DE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13DD039-0F70-4B71-AAFD-4805871B8AB2}" type="pres">
      <dgm:prSet presAssocID="{B081CE11-678E-44CE-947F-32588044E4DE}" presName="spaceRect" presStyleCnt="0"/>
      <dgm:spPr/>
    </dgm:pt>
    <dgm:pt modelId="{1B5CBBF5-BC37-4143-8D90-CD3E7226CBDE}" type="pres">
      <dgm:prSet presAssocID="{B081CE11-678E-44CE-947F-32588044E4DE}" presName="parTx" presStyleLbl="revTx" presStyleIdx="4" presStyleCnt="7">
        <dgm:presLayoutVars>
          <dgm:chMax val="0"/>
          <dgm:chPref val="0"/>
        </dgm:presLayoutVars>
      </dgm:prSet>
      <dgm:spPr/>
    </dgm:pt>
    <dgm:pt modelId="{1A75F41B-CB72-4715-B103-CC91CD01B708}" type="pres">
      <dgm:prSet presAssocID="{0D1C257B-E7DC-48E8-90B4-992B837AE2F3}" presName="sibTrans" presStyleCnt="0"/>
      <dgm:spPr/>
    </dgm:pt>
    <dgm:pt modelId="{1BB8C30A-3BF7-421A-B3DC-71204CFEB2D3}" type="pres">
      <dgm:prSet presAssocID="{CBF84A5B-5B52-4843-8EA2-8F052AEC1AD0}" presName="compNode" presStyleCnt="0"/>
      <dgm:spPr/>
    </dgm:pt>
    <dgm:pt modelId="{EF24A0AB-F740-43C7-89A0-8973153C4C64}" type="pres">
      <dgm:prSet presAssocID="{CBF84A5B-5B52-4843-8EA2-8F052AEC1AD0}" presName="bgRect" presStyleLbl="bgShp" presStyleIdx="5" presStyleCnt="7"/>
      <dgm:spPr/>
    </dgm:pt>
    <dgm:pt modelId="{6DFEF8E8-7F6D-4A70-B686-E833B920A434}" type="pres">
      <dgm:prSet presAssocID="{CBF84A5B-5B52-4843-8EA2-8F052AEC1AD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1EE772E-260C-4404-8407-A69D4B365D24}" type="pres">
      <dgm:prSet presAssocID="{CBF84A5B-5B52-4843-8EA2-8F052AEC1AD0}" presName="spaceRect" presStyleCnt="0"/>
      <dgm:spPr/>
    </dgm:pt>
    <dgm:pt modelId="{D743D9DB-155E-4A11-85C0-97968360302C}" type="pres">
      <dgm:prSet presAssocID="{CBF84A5B-5B52-4843-8EA2-8F052AEC1AD0}" presName="parTx" presStyleLbl="revTx" presStyleIdx="5" presStyleCnt="7">
        <dgm:presLayoutVars>
          <dgm:chMax val="0"/>
          <dgm:chPref val="0"/>
        </dgm:presLayoutVars>
      </dgm:prSet>
      <dgm:spPr/>
    </dgm:pt>
    <dgm:pt modelId="{0812DBC5-B26C-463E-9AD4-6E3413C13A64}" type="pres">
      <dgm:prSet presAssocID="{9FC4ADD9-83E1-4C3E-875C-5F6A86784915}" presName="sibTrans" presStyleCnt="0"/>
      <dgm:spPr/>
    </dgm:pt>
    <dgm:pt modelId="{4E1BAECC-305E-4397-AAAB-2EE8E2B0A02C}" type="pres">
      <dgm:prSet presAssocID="{FB33F597-0959-4BA0-9C19-484EA9699144}" presName="compNode" presStyleCnt="0"/>
      <dgm:spPr/>
    </dgm:pt>
    <dgm:pt modelId="{2FA47857-9D0A-480C-A82C-AFC665563F2C}" type="pres">
      <dgm:prSet presAssocID="{FB33F597-0959-4BA0-9C19-484EA9699144}" presName="bgRect" presStyleLbl="bgShp" presStyleIdx="6" presStyleCnt="7"/>
      <dgm:spPr/>
    </dgm:pt>
    <dgm:pt modelId="{A3F1CDE9-02BA-4849-A347-08963393DC8F}" type="pres">
      <dgm:prSet presAssocID="{FB33F597-0959-4BA0-9C19-484EA969914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54067FD-BC12-4B7B-BAEF-C918FF121BDE}" type="pres">
      <dgm:prSet presAssocID="{FB33F597-0959-4BA0-9C19-484EA9699144}" presName="spaceRect" presStyleCnt="0"/>
      <dgm:spPr/>
    </dgm:pt>
    <dgm:pt modelId="{99CE3155-602D-4056-BEC8-B3054274DA3D}" type="pres">
      <dgm:prSet presAssocID="{FB33F597-0959-4BA0-9C19-484EA9699144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E1696618-6B60-4AAE-B939-048821494F55}" srcId="{EDDAAC8B-2A76-464E-944C-729A4B2A996E}" destId="{17B24BBF-E78E-4064-9A12-19FCEEB455A1}" srcOrd="2" destOrd="0" parTransId="{69AE6CA9-0106-4FCC-AA8E-20357C9C5CAA}" sibTransId="{16CE605F-D9F7-4E04-908D-DDF2D9B456A5}"/>
    <dgm:cxn modelId="{7B29AC2E-6379-47E5-86F4-F4195BD78390}" type="presOf" srcId="{E8745624-4B6A-4DB0-B057-B7D4E53B390A}" destId="{A9B7A590-B9AE-4205-9272-EBCD7322DE05}" srcOrd="0" destOrd="0" presId="urn:microsoft.com/office/officeart/2018/2/layout/IconVerticalSolidList"/>
    <dgm:cxn modelId="{C9BB7F72-D539-430E-B4FC-0797FC76D448}" type="presOf" srcId="{FB33F597-0959-4BA0-9C19-484EA9699144}" destId="{99CE3155-602D-4056-BEC8-B3054274DA3D}" srcOrd="0" destOrd="0" presId="urn:microsoft.com/office/officeart/2018/2/layout/IconVerticalSolidList"/>
    <dgm:cxn modelId="{25D3C681-0F71-43BA-9403-057A7B39473C}" srcId="{EDDAAC8B-2A76-464E-944C-729A4B2A996E}" destId="{CBF84A5B-5B52-4843-8EA2-8F052AEC1AD0}" srcOrd="5" destOrd="0" parTransId="{97B5EB9D-7234-408A-A79C-6BB26DCE5FBA}" sibTransId="{9FC4ADD9-83E1-4C3E-875C-5F6A86784915}"/>
    <dgm:cxn modelId="{4A04FD87-1D46-4ADB-BF72-B7F8D51D2FF2}" srcId="{EDDAAC8B-2A76-464E-944C-729A4B2A996E}" destId="{B081CE11-678E-44CE-947F-32588044E4DE}" srcOrd="4" destOrd="0" parTransId="{8500B577-D703-471D-B7D4-52713789EC20}" sibTransId="{0D1C257B-E7DC-48E8-90B4-992B837AE2F3}"/>
    <dgm:cxn modelId="{DE459093-717B-43BF-B5D9-1B78FB5E0B1F}" srcId="{EDDAAC8B-2A76-464E-944C-729A4B2A996E}" destId="{F919F064-5D83-4FEE-BD83-23080ADAA002}" srcOrd="0" destOrd="0" parTransId="{332F1096-00AC-41C1-91D1-3376504D6D0C}" sibTransId="{8DD19F4E-8802-4598-A300-56F7433A4334}"/>
    <dgm:cxn modelId="{CF88F198-78E0-40B0-BCF9-3BFE7465ECA2}" type="presOf" srcId="{B081CE11-678E-44CE-947F-32588044E4DE}" destId="{1B5CBBF5-BC37-4143-8D90-CD3E7226CBDE}" srcOrd="0" destOrd="0" presId="urn:microsoft.com/office/officeart/2018/2/layout/IconVerticalSolidList"/>
    <dgm:cxn modelId="{D73FBCA5-A15E-4887-BA49-5BB788B64879}" type="presOf" srcId="{17B24BBF-E78E-4064-9A12-19FCEEB455A1}" destId="{2BA4AF84-2E53-4DCA-894D-0D8F52E26014}" srcOrd="0" destOrd="0" presId="urn:microsoft.com/office/officeart/2018/2/layout/IconVerticalSolidList"/>
    <dgm:cxn modelId="{930CD5A6-2DAC-4588-BECB-FFEA5B48618D}" srcId="{EDDAAC8B-2A76-464E-944C-729A4B2A996E}" destId="{FB33F597-0959-4BA0-9C19-484EA9699144}" srcOrd="6" destOrd="0" parTransId="{D9F1D857-E396-40DB-AEE7-3A806CDDD616}" sibTransId="{8A157573-E0AD-46C4-A692-6C48A2FA6BBF}"/>
    <dgm:cxn modelId="{F756D5AA-2626-4764-A324-BEECA6E3C808}" type="presOf" srcId="{CBF84A5B-5B52-4843-8EA2-8F052AEC1AD0}" destId="{D743D9DB-155E-4A11-85C0-97968360302C}" srcOrd="0" destOrd="0" presId="urn:microsoft.com/office/officeart/2018/2/layout/IconVerticalSolidList"/>
    <dgm:cxn modelId="{75AF2AB0-E605-4F63-8767-6A818A6A53B5}" srcId="{EDDAAC8B-2A76-464E-944C-729A4B2A996E}" destId="{E8745624-4B6A-4DB0-B057-B7D4E53B390A}" srcOrd="3" destOrd="0" parTransId="{2AAE3578-012A-4DD0-9A64-4716ED7C0968}" sibTransId="{3E25ED73-0630-4F64-B11A-76F0CC2A3FB6}"/>
    <dgm:cxn modelId="{22925CB3-17C2-4686-A91F-0189D36C5BA4}" type="presOf" srcId="{F919F064-5D83-4FEE-BD83-23080ADAA002}" destId="{5B6F773B-D406-455A-B45D-46C706456641}" srcOrd="0" destOrd="0" presId="urn:microsoft.com/office/officeart/2018/2/layout/IconVerticalSolidList"/>
    <dgm:cxn modelId="{22746DC5-6698-44FD-AA2D-37A4DE8A5681}" srcId="{EDDAAC8B-2A76-464E-944C-729A4B2A996E}" destId="{50B90807-B433-439A-AD28-D618957E98FB}" srcOrd="1" destOrd="0" parTransId="{43ADEEC0-E77C-4BC4-9258-B87239117F21}" sibTransId="{27758BB2-A0FF-4A2B-BB1E-3DA44057E88D}"/>
    <dgm:cxn modelId="{3CA251E1-E211-49D6-9B6E-8FC00AEE4D71}" type="presOf" srcId="{EDDAAC8B-2A76-464E-944C-729A4B2A996E}" destId="{C6B1A3B8-3B7A-4BCE-A907-A87C4CA0617A}" srcOrd="0" destOrd="0" presId="urn:microsoft.com/office/officeart/2018/2/layout/IconVerticalSolidList"/>
    <dgm:cxn modelId="{8DFDCFEC-EE20-476E-9B0C-E5EBBCD51EDD}" type="presOf" srcId="{50B90807-B433-439A-AD28-D618957E98FB}" destId="{A7B6FAE7-535A-43A4-BA84-825B76F74D9E}" srcOrd="0" destOrd="0" presId="urn:microsoft.com/office/officeart/2018/2/layout/IconVerticalSolidList"/>
    <dgm:cxn modelId="{7A1010F8-17A5-4977-A195-7DF2F598944D}" type="presParOf" srcId="{C6B1A3B8-3B7A-4BCE-A907-A87C4CA0617A}" destId="{DBACB59E-5E59-4C16-8B42-61417BB54FEE}" srcOrd="0" destOrd="0" presId="urn:microsoft.com/office/officeart/2018/2/layout/IconVerticalSolidList"/>
    <dgm:cxn modelId="{D97D8902-FF44-40BE-9EB8-748D269B7A2D}" type="presParOf" srcId="{DBACB59E-5E59-4C16-8B42-61417BB54FEE}" destId="{AA9FF3BC-7591-4B44-9E7C-D2407901C334}" srcOrd="0" destOrd="0" presId="urn:microsoft.com/office/officeart/2018/2/layout/IconVerticalSolidList"/>
    <dgm:cxn modelId="{A88B449E-C14C-4B44-B0ED-632AB2FE7A1A}" type="presParOf" srcId="{DBACB59E-5E59-4C16-8B42-61417BB54FEE}" destId="{AAD5ADA1-564C-4CF3-A63C-D8C59C8739A1}" srcOrd="1" destOrd="0" presId="urn:microsoft.com/office/officeart/2018/2/layout/IconVerticalSolidList"/>
    <dgm:cxn modelId="{20ABEA48-EBE5-4EA7-814B-000049E76176}" type="presParOf" srcId="{DBACB59E-5E59-4C16-8B42-61417BB54FEE}" destId="{BE8C278D-718A-4CDB-ACCF-3298F1364ED7}" srcOrd="2" destOrd="0" presId="urn:microsoft.com/office/officeart/2018/2/layout/IconVerticalSolidList"/>
    <dgm:cxn modelId="{138553BF-2950-495A-8857-B515ED83DF33}" type="presParOf" srcId="{DBACB59E-5E59-4C16-8B42-61417BB54FEE}" destId="{5B6F773B-D406-455A-B45D-46C706456641}" srcOrd="3" destOrd="0" presId="urn:microsoft.com/office/officeart/2018/2/layout/IconVerticalSolidList"/>
    <dgm:cxn modelId="{3B4482D9-9E56-4C7B-94AE-DFB2C9752DCA}" type="presParOf" srcId="{C6B1A3B8-3B7A-4BCE-A907-A87C4CA0617A}" destId="{4A4200BA-6657-4979-BB33-AF243F7DA2A4}" srcOrd="1" destOrd="0" presId="urn:microsoft.com/office/officeart/2018/2/layout/IconVerticalSolidList"/>
    <dgm:cxn modelId="{5E317B09-D801-458F-999E-161EA35CCCE7}" type="presParOf" srcId="{C6B1A3B8-3B7A-4BCE-A907-A87C4CA0617A}" destId="{BD34F466-CE5D-4604-B6AA-05E3B1CB07DA}" srcOrd="2" destOrd="0" presId="urn:microsoft.com/office/officeart/2018/2/layout/IconVerticalSolidList"/>
    <dgm:cxn modelId="{0B8F24E4-10AC-4B74-8759-A2E3D90FD9EA}" type="presParOf" srcId="{BD34F466-CE5D-4604-B6AA-05E3B1CB07DA}" destId="{89BDA6F9-C81C-4D5A-AD8E-A688E4115E16}" srcOrd="0" destOrd="0" presId="urn:microsoft.com/office/officeart/2018/2/layout/IconVerticalSolidList"/>
    <dgm:cxn modelId="{91209458-1A8C-42B0-A3AF-40956CE7CBF4}" type="presParOf" srcId="{BD34F466-CE5D-4604-B6AA-05E3B1CB07DA}" destId="{5D3BE618-DF54-478E-BAC6-5BBBE6E0CB21}" srcOrd="1" destOrd="0" presId="urn:microsoft.com/office/officeart/2018/2/layout/IconVerticalSolidList"/>
    <dgm:cxn modelId="{A6BD5D3E-7050-420E-8FD9-DC6A60825ACD}" type="presParOf" srcId="{BD34F466-CE5D-4604-B6AA-05E3B1CB07DA}" destId="{2CF16D3D-CC68-43C8-BFA8-E725C9D7D23C}" srcOrd="2" destOrd="0" presId="urn:microsoft.com/office/officeart/2018/2/layout/IconVerticalSolidList"/>
    <dgm:cxn modelId="{16E69081-E3BB-4A19-8B13-A2534BAF0D58}" type="presParOf" srcId="{BD34F466-CE5D-4604-B6AA-05E3B1CB07DA}" destId="{A7B6FAE7-535A-43A4-BA84-825B76F74D9E}" srcOrd="3" destOrd="0" presId="urn:microsoft.com/office/officeart/2018/2/layout/IconVerticalSolidList"/>
    <dgm:cxn modelId="{37BABDFB-5D68-4E8D-B886-9F235E7F2DEC}" type="presParOf" srcId="{C6B1A3B8-3B7A-4BCE-A907-A87C4CA0617A}" destId="{0AB1EAB4-51A7-47FF-9CF8-952676B0F06E}" srcOrd="3" destOrd="0" presId="urn:microsoft.com/office/officeart/2018/2/layout/IconVerticalSolidList"/>
    <dgm:cxn modelId="{E51EBDCB-8F7C-4AAC-AC16-51EDB2F6D0AC}" type="presParOf" srcId="{C6B1A3B8-3B7A-4BCE-A907-A87C4CA0617A}" destId="{678747DB-8757-4385-B83A-6EF28AED3CCA}" srcOrd="4" destOrd="0" presId="urn:microsoft.com/office/officeart/2018/2/layout/IconVerticalSolidList"/>
    <dgm:cxn modelId="{3AC6BC88-A101-45C1-8F28-6C4484EF1F91}" type="presParOf" srcId="{678747DB-8757-4385-B83A-6EF28AED3CCA}" destId="{D1A5978B-13D5-4DBA-9381-ACBBCD91AC28}" srcOrd="0" destOrd="0" presId="urn:microsoft.com/office/officeart/2018/2/layout/IconVerticalSolidList"/>
    <dgm:cxn modelId="{BDEB62C5-7E89-45BB-A5B9-41FD6A8081E7}" type="presParOf" srcId="{678747DB-8757-4385-B83A-6EF28AED3CCA}" destId="{80964718-2F18-466C-B0E6-905F8339C286}" srcOrd="1" destOrd="0" presId="urn:microsoft.com/office/officeart/2018/2/layout/IconVerticalSolidList"/>
    <dgm:cxn modelId="{A7D9B8B9-EC22-41C8-8265-FA8D05541B7B}" type="presParOf" srcId="{678747DB-8757-4385-B83A-6EF28AED3CCA}" destId="{1ED5EA51-34D2-4184-8E86-9511173A6658}" srcOrd="2" destOrd="0" presId="urn:microsoft.com/office/officeart/2018/2/layout/IconVerticalSolidList"/>
    <dgm:cxn modelId="{87DD39CA-AF81-43EF-B0F3-F38D98BE14C2}" type="presParOf" srcId="{678747DB-8757-4385-B83A-6EF28AED3CCA}" destId="{2BA4AF84-2E53-4DCA-894D-0D8F52E26014}" srcOrd="3" destOrd="0" presId="urn:microsoft.com/office/officeart/2018/2/layout/IconVerticalSolidList"/>
    <dgm:cxn modelId="{4CAE994B-B737-459A-BB71-36FC790B507E}" type="presParOf" srcId="{C6B1A3B8-3B7A-4BCE-A907-A87C4CA0617A}" destId="{D4FD38E6-D1D9-4FC5-BE21-9ABE91C05EB8}" srcOrd="5" destOrd="0" presId="urn:microsoft.com/office/officeart/2018/2/layout/IconVerticalSolidList"/>
    <dgm:cxn modelId="{2975F6C5-F4BD-43FC-B61F-D091D72C9E31}" type="presParOf" srcId="{C6B1A3B8-3B7A-4BCE-A907-A87C4CA0617A}" destId="{C6B4A810-50DF-4E45-9584-F9F73E500D5C}" srcOrd="6" destOrd="0" presId="urn:microsoft.com/office/officeart/2018/2/layout/IconVerticalSolidList"/>
    <dgm:cxn modelId="{E6D60A05-4DE4-4767-B57E-6AF290C65B6F}" type="presParOf" srcId="{C6B4A810-50DF-4E45-9584-F9F73E500D5C}" destId="{A190524F-B5D2-439F-A424-D23CCAB78AC4}" srcOrd="0" destOrd="0" presId="urn:microsoft.com/office/officeart/2018/2/layout/IconVerticalSolidList"/>
    <dgm:cxn modelId="{488CCC68-9157-4B61-BD30-2F11F25FFCA6}" type="presParOf" srcId="{C6B4A810-50DF-4E45-9584-F9F73E500D5C}" destId="{4D71F4F2-B211-4541-9842-38E59C417CF1}" srcOrd="1" destOrd="0" presId="urn:microsoft.com/office/officeart/2018/2/layout/IconVerticalSolidList"/>
    <dgm:cxn modelId="{F4D00EF4-8F0B-405B-9D1B-F93833EFBF83}" type="presParOf" srcId="{C6B4A810-50DF-4E45-9584-F9F73E500D5C}" destId="{A917D902-FBCF-42BD-8848-BEADFF369080}" srcOrd="2" destOrd="0" presId="urn:microsoft.com/office/officeart/2018/2/layout/IconVerticalSolidList"/>
    <dgm:cxn modelId="{D8C20C4F-A4C4-4A2F-AF6B-EE1F179B28E3}" type="presParOf" srcId="{C6B4A810-50DF-4E45-9584-F9F73E500D5C}" destId="{A9B7A590-B9AE-4205-9272-EBCD7322DE05}" srcOrd="3" destOrd="0" presId="urn:microsoft.com/office/officeart/2018/2/layout/IconVerticalSolidList"/>
    <dgm:cxn modelId="{BF897AC6-7F50-491D-A25C-A2BDE50C0C2D}" type="presParOf" srcId="{C6B1A3B8-3B7A-4BCE-A907-A87C4CA0617A}" destId="{BA926D4C-D6CD-460B-900B-CC251062787C}" srcOrd="7" destOrd="0" presId="urn:microsoft.com/office/officeart/2018/2/layout/IconVerticalSolidList"/>
    <dgm:cxn modelId="{F137F65E-4089-4A48-A1FB-D427836F5142}" type="presParOf" srcId="{C6B1A3B8-3B7A-4BCE-A907-A87C4CA0617A}" destId="{34CC97CC-C955-4F09-9F0F-DBA2F20379E8}" srcOrd="8" destOrd="0" presId="urn:microsoft.com/office/officeart/2018/2/layout/IconVerticalSolidList"/>
    <dgm:cxn modelId="{A64FB088-0B78-4DAC-A096-E9A1AB9276D3}" type="presParOf" srcId="{34CC97CC-C955-4F09-9F0F-DBA2F20379E8}" destId="{651AC05A-C227-45AD-881B-3D5EB21F082D}" srcOrd="0" destOrd="0" presId="urn:microsoft.com/office/officeart/2018/2/layout/IconVerticalSolidList"/>
    <dgm:cxn modelId="{E266DD04-8501-4BBA-9C66-564549DBABB0}" type="presParOf" srcId="{34CC97CC-C955-4F09-9F0F-DBA2F20379E8}" destId="{0886D764-7889-4A54-9CD6-2D428594BB85}" srcOrd="1" destOrd="0" presId="urn:microsoft.com/office/officeart/2018/2/layout/IconVerticalSolidList"/>
    <dgm:cxn modelId="{6D0901D6-B990-4AEA-8284-20B3394E8707}" type="presParOf" srcId="{34CC97CC-C955-4F09-9F0F-DBA2F20379E8}" destId="{C13DD039-0F70-4B71-AAFD-4805871B8AB2}" srcOrd="2" destOrd="0" presId="urn:microsoft.com/office/officeart/2018/2/layout/IconVerticalSolidList"/>
    <dgm:cxn modelId="{A96714BB-079A-43E6-8F72-68FACEE1DB17}" type="presParOf" srcId="{34CC97CC-C955-4F09-9F0F-DBA2F20379E8}" destId="{1B5CBBF5-BC37-4143-8D90-CD3E7226CBDE}" srcOrd="3" destOrd="0" presId="urn:microsoft.com/office/officeart/2018/2/layout/IconVerticalSolidList"/>
    <dgm:cxn modelId="{345FD232-9309-4537-B979-4EA4E1E586A4}" type="presParOf" srcId="{C6B1A3B8-3B7A-4BCE-A907-A87C4CA0617A}" destId="{1A75F41B-CB72-4715-B103-CC91CD01B708}" srcOrd="9" destOrd="0" presId="urn:microsoft.com/office/officeart/2018/2/layout/IconVerticalSolidList"/>
    <dgm:cxn modelId="{E97272B5-6CFC-47FE-BE1B-2D5CE5759FAC}" type="presParOf" srcId="{C6B1A3B8-3B7A-4BCE-A907-A87C4CA0617A}" destId="{1BB8C30A-3BF7-421A-B3DC-71204CFEB2D3}" srcOrd="10" destOrd="0" presId="urn:microsoft.com/office/officeart/2018/2/layout/IconVerticalSolidList"/>
    <dgm:cxn modelId="{4DAD22DF-AD9B-48AB-809F-7A0DDCBA34AD}" type="presParOf" srcId="{1BB8C30A-3BF7-421A-B3DC-71204CFEB2D3}" destId="{EF24A0AB-F740-43C7-89A0-8973153C4C64}" srcOrd="0" destOrd="0" presId="urn:microsoft.com/office/officeart/2018/2/layout/IconVerticalSolidList"/>
    <dgm:cxn modelId="{27167BAA-3BCB-4711-86BA-33B417F17DAF}" type="presParOf" srcId="{1BB8C30A-3BF7-421A-B3DC-71204CFEB2D3}" destId="{6DFEF8E8-7F6D-4A70-B686-E833B920A434}" srcOrd="1" destOrd="0" presId="urn:microsoft.com/office/officeart/2018/2/layout/IconVerticalSolidList"/>
    <dgm:cxn modelId="{F3CDC49B-2E4F-453D-B33F-F53FE676C2D6}" type="presParOf" srcId="{1BB8C30A-3BF7-421A-B3DC-71204CFEB2D3}" destId="{F1EE772E-260C-4404-8407-A69D4B365D24}" srcOrd="2" destOrd="0" presId="urn:microsoft.com/office/officeart/2018/2/layout/IconVerticalSolidList"/>
    <dgm:cxn modelId="{3EB62C95-A777-4F51-8695-EA90DD1AC5DB}" type="presParOf" srcId="{1BB8C30A-3BF7-421A-B3DC-71204CFEB2D3}" destId="{D743D9DB-155E-4A11-85C0-97968360302C}" srcOrd="3" destOrd="0" presId="urn:microsoft.com/office/officeart/2018/2/layout/IconVerticalSolidList"/>
    <dgm:cxn modelId="{B125850C-708C-40A8-936B-D528BDE0BDB4}" type="presParOf" srcId="{C6B1A3B8-3B7A-4BCE-A907-A87C4CA0617A}" destId="{0812DBC5-B26C-463E-9AD4-6E3413C13A64}" srcOrd="11" destOrd="0" presId="urn:microsoft.com/office/officeart/2018/2/layout/IconVerticalSolidList"/>
    <dgm:cxn modelId="{45ECFD8B-172C-42C9-9043-8ADE399B18DB}" type="presParOf" srcId="{C6B1A3B8-3B7A-4BCE-A907-A87C4CA0617A}" destId="{4E1BAECC-305E-4397-AAAB-2EE8E2B0A02C}" srcOrd="12" destOrd="0" presId="urn:microsoft.com/office/officeart/2018/2/layout/IconVerticalSolidList"/>
    <dgm:cxn modelId="{722B3113-01DB-4FD7-8F86-D2E7384B0737}" type="presParOf" srcId="{4E1BAECC-305E-4397-AAAB-2EE8E2B0A02C}" destId="{2FA47857-9D0A-480C-A82C-AFC665563F2C}" srcOrd="0" destOrd="0" presId="urn:microsoft.com/office/officeart/2018/2/layout/IconVerticalSolidList"/>
    <dgm:cxn modelId="{50A112E0-C3E8-4A7E-80F0-E147293E619B}" type="presParOf" srcId="{4E1BAECC-305E-4397-AAAB-2EE8E2B0A02C}" destId="{A3F1CDE9-02BA-4849-A347-08963393DC8F}" srcOrd="1" destOrd="0" presId="urn:microsoft.com/office/officeart/2018/2/layout/IconVerticalSolidList"/>
    <dgm:cxn modelId="{5D9CF840-9C1B-460A-88B8-16D3BD3DDECD}" type="presParOf" srcId="{4E1BAECC-305E-4397-AAAB-2EE8E2B0A02C}" destId="{554067FD-BC12-4B7B-BAEF-C918FF121BDE}" srcOrd="2" destOrd="0" presId="urn:microsoft.com/office/officeart/2018/2/layout/IconVerticalSolidList"/>
    <dgm:cxn modelId="{5C23828A-D84A-4F2D-B3DB-2D60E443E636}" type="presParOf" srcId="{4E1BAECC-305E-4397-AAAB-2EE8E2B0A02C}" destId="{99CE3155-602D-4056-BEC8-B3054274DA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97D78F-A000-4BC2-994B-E87FFB24D21D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C5EDB9-4F02-4229-9272-2ECDD49674B2}">
      <dgm:prSet/>
      <dgm:spPr/>
      <dgm:t>
        <a:bodyPr/>
        <a:lstStyle/>
        <a:p>
          <a:r>
            <a:rPr lang="en-US"/>
            <a:t>Login</a:t>
          </a:r>
        </a:p>
      </dgm:t>
    </dgm:pt>
    <dgm:pt modelId="{16E7C082-5E83-41C1-B5F6-9B134904B54F}" type="parTrans" cxnId="{6B43C8A9-845F-4B78-B4E0-084D0F58771F}">
      <dgm:prSet/>
      <dgm:spPr/>
      <dgm:t>
        <a:bodyPr/>
        <a:lstStyle/>
        <a:p>
          <a:endParaRPr lang="en-US"/>
        </a:p>
      </dgm:t>
    </dgm:pt>
    <dgm:pt modelId="{EC9A58C7-C8B1-4BF0-BA13-62F1474809B0}" type="sibTrans" cxnId="{6B43C8A9-845F-4B78-B4E0-084D0F58771F}">
      <dgm:prSet/>
      <dgm:spPr/>
      <dgm:t>
        <a:bodyPr/>
        <a:lstStyle/>
        <a:p>
          <a:endParaRPr lang="en-US"/>
        </a:p>
      </dgm:t>
    </dgm:pt>
    <dgm:pt modelId="{697AF61D-259D-44FB-BFEC-545CD7DFB9FF}">
      <dgm:prSet/>
      <dgm:spPr/>
      <dgm:t>
        <a:bodyPr/>
        <a:lstStyle/>
        <a:p>
          <a:r>
            <a:rPr lang="en-US"/>
            <a:t>Click “Post a Task”</a:t>
          </a:r>
        </a:p>
      </dgm:t>
    </dgm:pt>
    <dgm:pt modelId="{D16C7B75-78CF-494D-9430-949958D8B458}" type="parTrans" cxnId="{2C17A2E3-673B-41F8-9F29-2DFFD5D75E04}">
      <dgm:prSet/>
      <dgm:spPr/>
      <dgm:t>
        <a:bodyPr/>
        <a:lstStyle/>
        <a:p>
          <a:endParaRPr lang="en-US"/>
        </a:p>
      </dgm:t>
    </dgm:pt>
    <dgm:pt modelId="{979B16B0-5834-4774-B250-E7CAE19A131B}" type="sibTrans" cxnId="{2C17A2E3-673B-41F8-9F29-2DFFD5D75E04}">
      <dgm:prSet/>
      <dgm:spPr/>
      <dgm:t>
        <a:bodyPr/>
        <a:lstStyle/>
        <a:p>
          <a:endParaRPr lang="en-US"/>
        </a:p>
      </dgm:t>
    </dgm:pt>
    <dgm:pt modelId="{D042D025-810A-40BC-87A9-247B8B93695D}">
      <dgm:prSet/>
      <dgm:spPr/>
      <dgm:t>
        <a:bodyPr/>
        <a:lstStyle/>
        <a:p>
          <a:r>
            <a:rPr lang="en-US" dirty="0"/>
            <a:t>Fill task details (category, budget, date, location)</a:t>
          </a:r>
        </a:p>
      </dgm:t>
    </dgm:pt>
    <dgm:pt modelId="{29347660-472E-4688-B4E3-18C1B232ACDA}" type="parTrans" cxnId="{2D3DB9C4-D75B-49FA-BCDF-289AE4DDE6AA}">
      <dgm:prSet/>
      <dgm:spPr/>
      <dgm:t>
        <a:bodyPr/>
        <a:lstStyle/>
        <a:p>
          <a:endParaRPr lang="en-US"/>
        </a:p>
      </dgm:t>
    </dgm:pt>
    <dgm:pt modelId="{AF1198E9-2356-44B2-A3A1-28664F249DD8}" type="sibTrans" cxnId="{2D3DB9C4-D75B-49FA-BCDF-289AE4DDE6AA}">
      <dgm:prSet/>
      <dgm:spPr/>
      <dgm:t>
        <a:bodyPr/>
        <a:lstStyle/>
        <a:p>
          <a:endParaRPr lang="en-US"/>
        </a:p>
      </dgm:t>
    </dgm:pt>
    <dgm:pt modelId="{DDCE59A0-58AB-416E-8074-3BC56C49505F}">
      <dgm:prSet/>
      <dgm:spPr/>
      <dgm:t>
        <a:bodyPr/>
        <a:lstStyle/>
        <a:p>
          <a:r>
            <a:rPr lang="en-US"/>
            <a:t>Submit</a:t>
          </a:r>
        </a:p>
      </dgm:t>
    </dgm:pt>
    <dgm:pt modelId="{DD217FCA-E8AD-4926-A486-20CED35BFA82}" type="parTrans" cxnId="{969FD46C-65CF-455D-97EE-AF6D4A3C17FD}">
      <dgm:prSet/>
      <dgm:spPr/>
      <dgm:t>
        <a:bodyPr/>
        <a:lstStyle/>
        <a:p>
          <a:endParaRPr lang="en-US"/>
        </a:p>
      </dgm:t>
    </dgm:pt>
    <dgm:pt modelId="{43A73BB7-E83D-470F-AE2F-3AE2CAF8349B}" type="sibTrans" cxnId="{969FD46C-65CF-455D-97EE-AF6D4A3C17FD}">
      <dgm:prSet/>
      <dgm:spPr/>
      <dgm:t>
        <a:bodyPr/>
        <a:lstStyle/>
        <a:p>
          <a:endParaRPr lang="en-US"/>
        </a:p>
      </dgm:t>
    </dgm:pt>
    <dgm:pt modelId="{6E66DA65-81B1-4476-8045-9B5178021165}">
      <dgm:prSet/>
      <dgm:spPr/>
      <dgm:t>
        <a:bodyPr/>
        <a:lstStyle/>
        <a:p>
          <a:r>
            <a:rPr lang="en-US"/>
            <a:t>Task status = OPEN</a:t>
          </a:r>
        </a:p>
      </dgm:t>
    </dgm:pt>
    <dgm:pt modelId="{5AE9878C-4E1D-47E4-B58D-50A9F0F27703}" type="parTrans" cxnId="{707B6E7F-8566-4FB7-84EB-76EDEC600B1C}">
      <dgm:prSet/>
      <dgm:spPr/>
      <dgm:t>
        <a:bodyPr/>
        <a:lstStyle/>
        <a:p>
          <a:endParaRPr lang="en-US"/>
        </a:p>
      </dgm:t>
    </dgm:pt>
    <dgm:pt modelId="{2F8592C5-95E6-4105-ABF0-79FDB974A599}" type="sibTrans" cxnId="{707B6E7F-8566-4FB7-84EB-76EDEC600B1C}">
      <dgm:prSet/>
      <dgm:spPr/>
      <dgm:t>
        <a:bodyPr/>
        <a:lstStyle/>
        <a:p>
          <a:endParaRPr lang="en-US"/>
        </a:p>
      </dgm:t>
    </dgm:pt>
    <dgm:pt modelId="{AA9D9D8F-3CB8-C442-B9C8-DA0D26741FD2}" type="pres">
      <dgm:prSet presAssocID="{E597D78F-A000-4BC2-994B-E87FFB24D21D}" presName="Name0" presStyleCnt="0">
        <dgm:presLayoutVars>
          <dgm:dir/>
          <dgm:animLvl val="lvl"/>
          <dgm:resizeHandles val="exact"/>
        </dgm:presLayoutVars>
      </dgm:prSet>
      <dgm:spPr/>
    </dgm:pt>
    <dgm:pt modelId="{C8484B4E-F743-1641-B7B3-75B3D0533B8C}" type="pres">
      <dgm:prSet presAssocID="{6E66DA65-81B1-4476-8045-9B5178021165}" presName="boxAndChildren" presStyleCnt="0"/>
      <dgm:spPr/>
    </dgm:pt>
    <dgm:pt modelId="{ECDC27B0-FF02-D94B-819A-27873B628C32}" type="pres">
      <dgm:prSet presAssocID="{6E66DA65-81B1-4476-8045-9B5178021165}" presName="parentTextBox" presStyleLbl="node1" presStyleIdx="0" presStyleCnt="5"/>
      <dgm:spPr/>
    </dgm:pt>
    <dgm:pt modelId="{D49977BD-0E9D-C742-A586-E922497E059B}" type="pres">
      <dgm:prSet presAssocID="{43A73BB7-E83D-470F-AE2F-3AE2CAF8349B}" presName="sp" presStyleCnt="0"/>
      <dgm:spPr/>
    </dgm:pt>
    <dgm:pt modelId="{204F8C84-7C5F-9346-9AA3-C79E7FEFB558}" type="pres">
      <dgm:prSet presAssocID="{DDCE59A0-58AB-416E-8074-3BC56C49505F}" presName="arrowAndChildren" presStyleCnt="0"/>
      <dgm:spPr/>
    </dgm:pt>
    <dgm:pt modelId="{81E68524-7B8C-3541-9F11-6B43BC42A643}" type="pres">
      <dgm:prSet presAssocID="{DDCE59A0-58AB-416E-8074-3BC56C49505F}" presName="parentTextArrow" presStyleLbl="node1" presStyleIdx="1" presStyleCnt="5"/>
      <dgm:spPr/>
    </dgm:pt>
    <dgm:pt modelId="{5A4C45D4-ADAC-A745-9B76-9F78696BFECE}" type="pres">
      <dgm:prSet presAssocID="{AF1198E9-2356-44B2-A3A1-28664F249DD8}" presName="sp" presStyleCnt="0"/>
      <dgm:spPr/>
    </dgm:pt>
    <dgm:pt modelId="{0C7DBB2E-8771-9D4A-8156-17FFB369AEB9}" type="pres">
      <dgm:prSet presAssocID="{D042D025-810A-40BC-87A9-247B8B93695D}" presName="arrowAndChildren" presStyleCnt="0"/>
      <dgm:spPr/>
    </dgm:pt>
    <dgm:pt modelId="{E98019C4-6348-A742-827A-C1F02762FA76}" type="pres">
      <dgm:prSet presAssocID="{D042D025-810A-40BC-87A9-247B8B93695D}" presName="parentTextArrow" presStyleLbl="node1" presStyleIdx="2" presStyleCnt="5"/>
      <dgm:spPr/>
    </dgm:pt>
    <dgm:pt modelId="{3F4A6111-2506-784A-BAB5-84EF67D2EA71}" type="pres">
      <dgm:prSet presAssocID="{979B16B0-5834-4774-B250-E7CAE19A131B}" presName="sp" presStyleCnt="0"/>
      <dgm:spPr/>
    </dgm:pt>
    <dgm:pt modelId="{6996DD35-CF6E-CB4B-BDC7-EBA66FBBD4CA}" type="pres">
      <dgm:prSet presAssocID="{697AF61D-259D-44FB-BFEC-545CD7DFB9FF}" presName="arrowAndChildren" presStyleCnt="0"/>
      <dgm:spPr/>
    </dgm:pt>
    <dgm:pt modelId="{3476D1D1-10CB-374C-8A0E-B8502F43C890}" type="pres">
      <dgm:prSet presAssocID="{697AF61D-259D-44FB-BFEC-545CD7DFB9FF}" presName="parentTextArrow" presStyleLbl="node1" presStyleIdx="3" presStyleCnt="5"/>
      <dgm:spPr/>
    </dgm:pt>
    <dgm:pt modelId="{2E9F9E36-6092-7E4B-9850-828A9B9D36B7}" type="pres">
      <dgm:prSet presAssocID="{EC9A58C7-C8B1-4BF0-BA13-62F1474809B0}" presName="sp" presStyleCnt="0"/>
      <dgm:spPr/>
    </dgm:pt>
    <dgm:pt modelId="{87C377E8-D1BD-484F-AB24-3C3E78D64B46}" type="pres">
      <dgm:prSet presAssocID="{3AC5EDB9-4F02-4229-9272-2ECDD49674B2}" presName="arrowAndChildren" presStyleCnt="0"/>
      <dgm:spPr/>
    </dgm:pt>
    <dgm:pt modelId="{40B84ABA-8E12-8742-8172-A5102537D5CF}" type="pres">
      <dgm:prSet presAssocID="{3AC5EDB9-4F02-4229-9272-2ECDD49674B2}" presName="parentTextArrow" presStyleLbl="node1" presStyleIdx="4" presStyleCnt="5"/>
      <dgm:spPr/>
    </dgm:pt>
  </dgm:ptLst>
  <dgm:cxnLst>
    <dgm:cxn modelId="{0DE0FF46-1656-5243-870A-E41DD177D8CE}" type="presOf" srcId="{DDCE59A0-58AB-416E-8074-3BC56C49505F}" destId="{81E68524-7B8C-3541-9F11-6B43BC42A643}" srcOrd="0" destOrd="0" presId="urn:microsoft.com/office/officeart/2005/8/layout/process4"/>
    <dgm:cxn modelId="{AFCFCC56-BC5D-5842-B323-D88139B3A87F}" type="presOf" srcId="{697AF61D-259D-44FB-BFEC-545CD7DFB9FF}" destId="{3476D1D1-10CB-374C-8A0E-B8502F43C890}" srcOrd="0" destOrd="0" presId="urn:microsoft.com/office/officeart/2005/8/layout/process4"/>
    <dgm:cxn modelId="{969FD46C-65CF-455D-97EE-AF6D4A3C17FD}" srcId="{E597D78F-A000-4BC2-994B-E87FFB24D21D}" destId="{DDCE59A0-58AB-416E-8074-3BC56C49505F}" srcOrd="3" destOrd="0" parTransId="{DD217FCA-E8AD-4926-A486-20CED35BFA82}" sibTransId="{43A73BB7-E83D-470F-AE2F-3AE2CAF8349B}"/>
    <dgm:cxn modelId="{707B6E7F-8566-4FB7-84EB-76EDEC600B1C}" srcId="{E597D78F-A000-4BC2-994B-E87FFB24D21D}" destId="{6E66DA65-81B1-4476-8045-9B5178021165}" srcOrd="4" destOrd="0" parTransId="{5AE9878C-4E1D-47E4-B58D-50A9F0F27703}" sibTransId="{2F8592C5-95E6-4105-ABF0-79FDB974A599}"/>
    <dgm:cxn modelId="{5B76269D-7E92-9145-A595-CECC61E4BA4D}" type="presOf" srcId="{D042D025-810A-40BC-87A9-247B8B93695D}" destId="{E98019C4-6348-A742-827A-C1F02762FA76}" srcOrd="0" destOrd="0" presId="urn:microsoft.com/office/officeart/2005/8/layout/process4"/>
    <dgm:cxn modelId="{6B43C8A9-845F-4B78-B4E0-084D0F58771F}" srcId="{E597D78F-A000-4BC2-994B-E87FFB24D21D}" destId="{3AC5EDB9-4F02-4229-9272-2ECDD49674B2}" srcOrd="0" destOrd="0" parTransId="{16E7C082-5E83-41C1-B5F6-9B134904B54F}" sibTransId="{EC9A58C7-C8B1-4BF0-BA13-62F1474809B0}"/>
    <dgm:cxn modelId="{2D3DB9C4-D75B-49FA-BCDF-289AE4DDE6AA}" srcId="{E597D78F-A000-4BC2-994B-E87FFB24D21D}" destId="{D042D025-810A-40BC-87A9-247B8B93695D}" srcOrd="2" destOrd="0" parTransId="{29347660-472E-4688-B4E3-18C1B232ACDA}" sibTransId="{AF1198E9-2356-44B2-A3A1-28664F249DD8}"/>
    <dgm:cxn modelId="{29DB24C8-9905-9E41-9724-40086A15D6A8}" type="presOf" srcId="{6E66DA65-81B1-4476-8045-9B5178021165}" destId="{ECDC27B0-FF02-D94B-819A-27873B628C32}" srcOrd="0" destOrd="0" presId="urn:microsoft.com/office/officeart/2005/8/layout/process4"/>
    <dgm:cxn modelId="{2C17A2E3-673B-41F8-9F29-2DFFD5D75E04}" srcId="{E597D78F-A000-4BC2-994B-E87FFB24D21D}" destId="{697AF61D-259D-44FB-BFEC-545CD7DFB9FF}" srcOrd="1" destOrd="0" parTransId="{D16C7B75-78CF-494D-9430-949958D8B458}" sibTransId="{979B16B0-5834-4774-B250-E7CAE19A131B}"/>
    <dgm:cxn modelId="{7D64D8F5-ED4B-0547-A09D-8AF6DDC07696}" type="presOf" srcId="{3AC5EDB9-4F02-4229-9272-2ECDD49674B2}" destId="{40B84ABA-8E12-8742-8172-A5102537D5CF}" srcOrd="0" destOrd="0" presId="urn:microsoft.com/office/officeart/2005/8/layout/process4"/>
    <dgm:cxn modelId="{3AF957FA-45E2-294A-A419-004F9AB41290}" type="presOf" srcId="{E597D78F-A000-4BC2-994B-E87FFB24D21D}" destId="{AA9D9D8F-3CB8-C442-B9C8-DA0D26741FD2}" srcOrd="0" destOrd="0" presId="urn:microsoft.com/office/officeart/2005/8/layout/process4"/>
    <dgm:cxn modelId="{D5D42562-1D64-EB4A-8217-0EEA9FEC4E40}" type="presParOf" srcId="{AA9D9D8F-3CB8-C442-B9C8-DA0D26741FD2}" destId="{C8484B4E-F743-1641-B7B3-75B3D0533B8C}" srcOrd="0" destOrd="0" presId="urn:microsoft.com/office/officeart/2005/8/layout/process4"/>
    <dgm:cxn modelId="{6020AF88-1ED7-304C-9065-7493CB1797BA}" type="presParOf" srcId="{C8484B4E-F743-1641-B7B3-75B3D0533B8C}" destId="{ECDC27B0-FF02-D94B-819A-27873B628C32}" srcOrd="0" destOrd="0" presId="urn:microsoft.com/office/officeart/2005/8/layout/process4"/>
    <dgm:cxn modelId="{C7F41300-8F63-C345-A163-1ED4F581CD58}" type="presParOf" srcId="{AA9D9D8F-3CB8-C442-B9C8-DA0D26741FD2}" destId="{D49977BD-0E9D-C742-A586-E922497E059B}" srcOrd="1" destOrd="0" presId="urn:microsoft.com/office/officeart/2005/8/layout/process4"/>
    <dgm:cxn modelId="{2E3816B6-9E5B-224D-89EB-8986D1BEBCC6}" type="presParOf" srcId="{AA9D9D8F-3CB8-C442-B9C8-DA0D26741FD2}" destId="{204F8C84-7C5F-9346-9AA3-C79E7FEFB558}" srcOrd="2" destOrd="0" presId="urn:microsoft.com/office/officeart/2005/8/layout/process4"/>
    <dgm:cxn modelId="{4210B758-2707-3C4F-A528-BE333A78D48E}" type="presParOf" srcId="{204F8C84-7C5F-9346-9AA3-C79E7FEFB558}" destId="{81E68524-7B8C-3541-9F11-6B43BC42A643}" srcOrd="0" destOrd="0" presId="urn:microsoft.com/office/officeart/2005/8/layout/process4"/>
    <dgm:cxn modelId="{31B5D90E-C8F8-F048-8BBC-C057D65975A5}" type="presParOf" srcId="{AA9D9D8F-3CB8-C442-B9C8-DA0D26741FD2}" destId="{5A4C45D4-ADAC-A745-9B76-9F78696BFECE}" srcOrd="3" destOrd="0" presId="urn:microsoft.com/office/officeart/2005/8/layout/process4"/>
    <dgm:cxn modelId="{2F720733-3E46-D44F-B18F-B578EC62A031}" type="presParOf" srcId="{AA9D9D8F-3CB8-C442-B9C8-DA0D26741FD2}" destId="{0C7DBB2E-8771-9D4A-8156-17FFB369AEB9}" srcOrd="4" destOrd="0" presId="urn:microsoft.com/office/officeart/2005/8/layout/process4"/>
    <dgm:cxn modelId="{4565766B-A0F4-6747-9E6F-4D562843656A}" type="presParOf" srcId="{0C7DBB2E-8771-9D4A-8156-17FFB369AEB9}" destId="{E98019C4-6348-A742-827A-C1F02762FA76}" srcOrd="0" destOrd="0" presId="urn:microsoft.com/office/officeart/2005/8/layout/process4"/>
    <dgm:cxn modelId="{A43E1240-1092-0843-BFAA-516843BCAA55}" type="presParOf" srcId="{AA9D9D8F-3CB8-C442-B9C8-DA0D26741FD2}" destId="{3F4A6111-2506-784A-BAB5-84EF67D2EA71}" srcOrd="5" destOrd="0" presId="urn:microsoft.com/office/officeart/2005/8/layout/process4"/>
    <dgm:cxn modelId="{D0A99242-B874-3D41-97F1-794A04C74DD6}" type="presParOf" srcId="{AA9D9D8F-3CB8-C442-B9C8-DA0D26741FD2}" destId="{6996DD35-CF6E-CB4B-BDC7-EBA66FBBD4CA}" srcOrd="6" destOrd="0" presId="urn:microsoft.com/office/officeart/2005/8/layout/process4"/>
    <dgm:cxn modelId="{5C94C94B-FF51-384C-A320-0740B4CF4D3A}" type="presParOf" srcId="{6996DD35-CF6E-CB4B-BDC7-EBA66FBBD4CA}" destId="{3476D1D1-10CB-374C-8A0E-B8502F43C890}" srcOrd="0" destOrd="0" presId="urn:microsoft.com/office/officeart/2005/8/layout/process4"/>
    <dgm:cxn modelId="{F05AA52F-431D-4A44-AEFA-01D971508587}" type="presParOf" srcId="{AA9D9D8F-3CB8-C442-B9C8-DA0D26741FD2}" destId="{2E9F9E36-6092-7E4B-9850-828A9B9D36B7}" srcOrd="7" destOrd="0" presId="urn:microsoft.com/office/officeart/2005/8/layout/process4"/>
    <dgm:cxn modelId="{8070E30F-F093-8C4A-A08A-43FD40537DDD}" type="presParOf" srcId="{AA9D9D8F-3CB8-C442-B9C8-DA0D26741FD2}" destId="{87C377E8-D1BD-484F-AB24-3C3E78D64B46}" srcOrd="8" destOrd="0" presId="urn:microsoft.com/office/officeart/2005/8/layout/process4"/>
    <dgm:cxn modelId="{DF6291A8-E42F-4E47-B8C4-46A299C9D8D6}" type="presParOf" srcId="{87C377E8-D1BD-484F-AB24-3C3E78D64B46}" destId="{40B84ABA-8E12-8742-8172-A5102537D5C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B0F5B4-35BE-4BC3-B2C0-9076CE143EC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196CAAD-5E7A-4A61-A2EE-885293BF61E9}">
      <dgm:prSet/>
      <dgm:spPr/>
      <dgm:t>
        <a:bodyPr/>
        <a:lstStyle/>
        <a:p>
          <a:r>
            <a:rPr lang="en-US"/>
            <a:t>Search service</a:t>
          </a:r>
        </a:p>
      </dgm:t>
    </dgm:pt>
    <dgm:pt modelId="{18FD2EAA-C449-4E7F-937A-98F976D077B0}" type="parTrans" cxnId="{B530610A-A9DF-4D41-8ECA-A90FC1496E88}">
      <dgm:prSet/>
      <dgm:spPr/>
      <dgm:t>
        <a:bodyPr/>
        <a:lstStyle/>
        <a:p>
          <a:endParaRPr lang="en-US"/>
        </a:p>
      </dgm:t>
    </dgm:pt>
    <dgm:pt modelId="{887BCEA1-938C-4517-B926-F2A344BC9344}" type="sibTrans" cxnId="{B530610A-A9DF-4D41-8ECA-A90FC1496E88}">
      <dgm:prSet/>
      <dgm:spPr/>
      <dgm:t>
        <a:bodyPr/>
        <a:lstStyle/>
        <a:p>
          <a:endParaRPr lang="en-US"/>
        </a:p>
      </dgm:t>
    </dgm:pt>
    <dgm:pt modelId="{8E0DD112-5484-4731-B20D-209C38BD373E}">
      <dgm:prSet/>
      <dgm:spPr/>
      <dgm:t>
        <a:bodyPr/>
        <a:lstStyle/>
        <a:p>
          <a:r>
            <a:rPr lang="en-US"/>
            <a:t>Select freelancer</a:t>
          </a:r>
        </a:p>
      </dgm:t>
    </dgm:pt>
    <dgm:pt modelId="{C75C4EE6-C0CB-45A3-B792-4A4B0AD464EF}" type="parTrans" cxnId="{11AC3809-5D48-4B9F-BC86-D583130D8A5B}">
      <dgm:prSet/>
      <dgm:spPr/>
      <dgm:t>
        <a:bodyPr/>
        <a:lstStyle/>
        <a:p>
          <a:endParaRPr lang="en-US"/>
        </a:p>
      </dgm:t>
    </dgm:pt>
    <dgm:pt modelId="{DF89A6E8-A9A0-488D-A6DD-E43ED4055532}" type="sibTrans" cxnId="{11AC3809-5D48-4B9F-BC86-D583130D8A5B}">
      <dgm:prSet/>
      <dgm:spPr/>
      <dgm:t>
        <a:bodyPr/>
        <a:lstStyle/>
        <a:p>
          <a:endParaRPr lang="en-US"/>
        </a:p>
      </dgm:t>
    </dgm:pt>
    <dgm:pt modelId="{C71525BE-FCAF-452F-9056-D49C3F617D4D}">
      <dgm:prSet/>
      <dgm:spPr/>
      <dgm:t>
        <a:bodyPr/>
        <a:lstStyle/>
        <a:p>
          <a:r>
            <a:rPr lang="en-US"/>
            <a:t>View profile (rating, price, reviews)</a:t>
          </a:r>
        </a:p>
      </dgm:t>
    </dgm:pt>
    <dgm:pt modelId="{3C6B6553-3E71-44B4-833C-6AA722D61305}" type="parTrans" cxnId="{2485F590-7F54-4490-BBF3-17D5F07915F2}">
      <dgm:prSet/>
      <dgm:spPr/>
      <dgm:t>
        <a:bodyPr/>
        <a:lstStyle/>
        <a:p>
          <a:endParaRPr lang="en-US"/>
        </a:p>
      </dgm:t>
    </dgm:pt>
    <dgm:pt modelId="{3268E6DB-483C-40B1-BF7D-8F74FF52718D}" type="sibTrans" cxnId="{2485F590-7F54-4490-BBF3-17D5F07915F2}">
      <dgm:prSet/>
      <dgm:spPr/>
      <dgm:t>
        <a:bodyPr/>
        <a:lstStyle/>
        <a:p>
          <a:endParaRPr lang="en-US"/>
        </a:p>
      </dgm:t>
    </dgm:pt>
    <dgm:pt modelId="{691BBE59-8939-4D1A-9B88-0AD526BF1198}">
      <dgm:prSet/>
      <dgm:spPr/>
      <dgm:t>
        <a:bodyPr/>
        <a:lstStyle/>
        <a:p>
          <a:r>
            <a:rPr lang="en-US"/>
            <a:t>Click “Book”</a:t>
          </a:r>
        </a:p>
      </dgm:t>
    </dgm:pt>
    <dgm:pt modelId="{15E8CC53-0C59-4FC8-9291-6A7AE4DBE6CA}" type="parTrans" cxnId="{AB08AF28-9253-479C-BE28-34E89E8C97EB}">
      <dgm:prSet/>
      <dgm:spPr/>
      <dgm:t>
        <a:bodyPr/>
        <a:lstStyle/>
        <a:p>
          <a:endParaRPr lang="en-US"/>
        </a:p>
      </dgm:t>
    </dgm:pt>
    <dgm:pt modelId="{4A5DB4B8-D33D-41DD-A004-7B6D6202361F}" type="sibTrans" cxnId="{AB08AF28-9253-479C-BE28-34E89E8C97EB}">
      <dgm:prSet/>
      <dgm:spPr/>
      <dgm:t>
        <a:bodyPr/>
        <a:lstStyle/>
        <a:p>
          <a:endParaRPr lang="en-US"/>
        </a:p>
      </dgm:t>
    </dgm:pt>
    <dgm:pt modelId="{0F53C5FE-5E88-469C-AB2F-B07A7B1046CA}">
      <dgm:prSet/>
      <dgm:spPr/>
      <dgm:t>
        <a:bodyPr/>
        <a:lstStyle/>
        <a:p>
          <a:r>
            <a:rPr lang="en-US"/>
            <a:t>Choose date</a:t>
          </a:r>
        </a:p>
      </dgm:t>
    </dgm:pt>
    <dgm:pt modelId="{A11048C1-A557-44F2-A872-1B8A17E61F26}" type="parTrans" cxnId="{FA0D1CFE-035B-4390-AACA-14E6B54904F9}">
      <dgm:prSet/>
      <dgm:spPr/>
      <dgm:t>
        <a:bodyPr/>
        <a:lstStyle/>
        <a:p>
          <a:endParaRPr lang="en-US"/>
        </a:p>
      </dgm:t>
    </dgm:pt>
    <dgm:pt modelId="{ADDDAC7A-BDEA-4FF1-815B-790470C54DAB}" type="sibTrans" cxnId="{FA0D1CFE-035B-4390-AACA-14E6B54904F9}">
      <dgm:prSet/>
      <dgm:spPr/>
      <dgm:t>
        <a:bodyPr/>
        <a:lstStyle/>
        <a:p>
          <a:endParaRPr lang="en-US"/>
        </a:p>
      </dgm:t>
    </dgm:pt>
    <dgm:pt modelId="{969311AE-ED61-4B5D-BFEA-CD90247F750A}">
      <dgm:prSet/>
      <dgm:spPr/>
      <dgm:t>
        <a:bodyPr/>
        <a:lstStyle/>
        <a:p>
          <a:r>
            <a:rPr lang="en-US"/>
            <a:t>Job assigned</a:t>
          </a:r>
        </a:p>
      </dgm:t>
    </dgm:pt>
    <dgm:pt modelId="{88424564-45B5-4A46-B0ED-F4CA5CED1C85}" type="parTrans" cxnId="{78BB2AFD-D5DA-4583-9598-C641D1C6A906}">
      <dgm:prSet/>
      <dgm:spPr/>
      <dgm:t>
        <a:bodyPr/>
        <a:lstStyle/>
        <a:p>
          <a:endParaRPr lang="en-US"/>
        </a:p>
      </dgm:t>
    </dgm:pt>
    <dgm:pt modelId="{5BD6E8F6-9E96-48B5-8985-ED75FBC2F7DD}" type="sibTrans" cxnId="{78BB2AFD-D5DA-4583-9598-C641D1C6A906}">
      <dgm:prSet/>
      <dgm:spPr/>
      <dgm:t>
        <a:bodyPr/>
        <a:lstStyle/>
        <a:p>
          <a:endParaRPr lang="en-US"/>
        </a:p>
      </dgm:t>
    </dgm:pt>
    <dgm:pt modelId="{417AA149-AA77-4D0F-B3A7-6D3489FDE634}">
      <dgm:prSet/>
      <dgm:spPr/>
      <dgm:t>
        <a:bodyPr/>
        <a:lstStyle/>
        <a:p>
          <a:r>
            <a:rPr lang="en-US"/>
            <a:t>Pay</a:t>
          </a:r>
        </a:p>
      </dgm:t>
    </dgm:pt>
    <dgm:pt modelId="{6FE805E1-FFC5-47D1-8982-E5E1020F98CD}" type="parTrans" cxnId="{403B72DD-81F8-4565-9F60-98781160FAF3}">
      <dgm:prSet/>
      <dgm:spPr/>
      <dgm:t>
        <a:bodyPr/>
        <a:lstStyle/>
        <a:p>
          <a:endParaRPr lang="en-US"/>
        </a:p>
      </dgm:t>
    </dgm:pt>
    <dgm:pt modelId="{A2C4EB66-2056-44E7-A5C9-3DA9924ADE73}" type="sibTrans" cxnId="{403B72DD-81F8-4565-9F60-98781160FAF3}">
      <dgm:prSet/>
      <dgm:spPr/>
      <dgm:t>
        <a:bodyPr/>
        <a:lstStyle/>
        <a:p>
          <a:endParaRPr lang="en-US"/>
        </a:p>
      </dgm:t>
    </dgm:pt>
    <dgm:pt modelId="{9E553EE0-D4DA-1A4E-B9D9-6F9C1457A4EC}" type="pres">
      <dgm:prSet presAssocID="{4FB0F5B4-35BE-4BC3-B2C0-9076CE143EC5}" presName="Name0" presStyleCnt="0">
        <dgm:presLayoutVars>
          <dgm:dir/>
          <dgm:resizeHandles val="exact"/>
        </dgm:presLayoutVars>
      </dgm:prSet>
      <dgm:spPr/>
    </dgm:pt>
    <dgm:pt modelId="{516E67A0-7FF9-F642-A220-8090D97D3ED5}" type="pres">
      <dgm:prSet presAssocID="{B196CAAD-5E7A-4A61-A2EE-885293BF61E9}" presName="node" presStyleLbl="node1" presStyleIdx="0" presStyleCnt="7">
        <dgm:presLayoutVars>
          <dgm:bulletEnabled val="1"/>
        </dgm:presLayoutVars>
      </dgm:prSet>
      <dgm:spPr/>
    </dgm:pt>
    <dgm:pt modelId="{34A94B79-711B-B544-AF00-2A75B48793A0}" type="pres">
      <dgm:prSet presAssocID="{887BCEA1-938C-4517-B926-F2A344BC9344}" presName="sibTrans" presStyleLbl="sibTrans1D1" presStyleIdx="0" presStyleCnt="6"/>
      <dgm:spPr/>
    </dgm:pt>
    <dgm:pt modelId="{41448F0B-DF0D-4543-8CA6-7A6578591463}" type="pres">
      <dgm:prSet presAssocID="{887BCEA1-938C-4517-B926-F2A344BC9344}" presName="connectorText" presStyleLbl="sibTrans1D1" presStyleIdx="0" presStyleCnt="6"/>
      <dgm:spPr/>
    </dgm:pt>
    <dgm:pt modelId="{904D638C-290D-DD46-BB8E-BB312F9921B1}" type="pres">
      <dgm:prSet presAssocID="{8E0DD112-5484-4731-B20D-209C38BD373E}" presName="node" presStyleLbl="node1" presStyleIdx="1" presStyleCnt="7">
        <dgm:presLayoutVars>
          <dgm:bulletEnabled val="1"/>
        </dgm:presLayoutVars>
      </dgm:prSet>
      <dgm:spPr/>
    </dgm:pt>
    <dgm:pt modelId="{329ADD35-45F7-DE4C-BA55-D6793980996A}" type="pres">
      <dgm:prSet presAssocID="{DF89A6E8-A9A0-488D-A6DD-E43ED4055532}" presName="sibTrans" presStyleLbl="sibTrans1D1" presStyleIdx="1" presStyleCnt="6"/>
      <dgm:spPr/>
    </dgm:pt>
    <dgm:pt modelId="{5275D3A9-9F42-E249-A252-C15691517F58}" type="pres">
      <dgm:prSet presAssocID="{DF89A6E8-A9A0-488D-A6DD-E43ED4055532}" presName="connectorText" presStyleLbl="sibTrans1D1" presStyleIdx="1" presStyleCnt="6"/>
      <dgm:spPr/>
    </dgm:pt>
    <dgm:pt modelId="{5AD5DB12-9E96-2E46-B44F-E52003911F2C}" type="pres">
      <dgm:prSet presAssocID="{C71525BE-FCAF-452F-9056-D49C3F617D4D}" presName="node" presStyleLbl="node1" presStyleIdx="2" presStyleCnt="7">
        <dgm:presLayoutVars>
          <dgm:bulletEnabled val="1"/>
        </dgm:presLayoutVars>
      </dgm:prSet>
      <dgm:spPr/>
    </dgm:pt>
    <dgm:pt modelId="{F373A83E-5307-DD46-9774-BCF1FD9118DC}" type="pres">
      <dgm:prSet presAssocID="{3268E6DB-483C-40B1-BF7D-8F74FF52718D}" presName="sibTrans" presStyleLbl="sibTrans1D1" presStyleIdx="2" presStyleCnt="6"/>
      <dgm:spPr/>
    </dgm:pt>
    <dgm:pt modelId="{B38C43FC-152E-DF42-A0E6-F68BFFC88441}" type="pres">
      <dgm:prSet presAssocID="{3268E6DB-483C-40B1-BF7D-8F74FF52718D}" presName="connectorText" presStyleLbl="sibTrans1D1" presStyleIdx="2" presStyleCnt="6"/>
      <dgm:spPr/>
    </dgm:pt>
    <dgm:pt modelId="{B2407F7A-152B-C648-A622-34487CAB5B03}" type="pres">
      <dgm:prSet presAssocID="{691BBE59-8939-4D1A-9B88-0AD526BF1198}" presName="node" presStyleLbl="node1" presStyleIdx="3" presStyleCnt="7">
        <dgm:presLayoutVars>
          <dgm:bulletEnabled val="1"/>
        </dgm:presLayoutVars>
      </dgm:prSet>
      <dgm:spPr/>
    </dgm:pt>
    <dgm:pt modelId="{DF83B5F6-0209-314C-8953-CB97D61A514B}" type="pres">
      <dgm:prSet presAssocID="{4A5DB4B8-D33D-41DD-A004-7B6D6202361F}" presName="sibTrans" presStyleLbl="sibTrans1D1" presStyleIdx="3" presStyleCnt="6"/>
      <dgm:spPr/>
    </dgm:pt>
    <dgm:pt modelId="{AE5A5374-0A3F-DB4F-94AE-61E084FDB3D4}" type="pres">
      <dgm:prSet presAssocID="{4A5DB4B8-D33D-41DD-A004-7B6D6202361F}" presName="connectorText" presStyleLbl="sibTrans1D1" presStyleIdx="3" presStyleCnt="6"/>
      <dgm:spPr/>
    </dgm:pt>
    <dgm:pt modelId="{C5371A8A-0E2E-BD4C-9B6B-09B6F7A22B84}" type="pres">
      <dgm:prSet presAssocID="{0F53C5FE-5E88-469C-AB2F-B07A7B1046CA}" presName="node" presStyleLbl="node1" presStyleIdx="4" presStyleCnt="7">
        <dgm:presLayoutVars>
          <dgm:bulletEnabled val="1"/>
        </dgm:presLayoutVars>
      </dgm:prSet>
      <dgm:spPr/>
    </dgm:pt>
    <dgm:pt modelId="{CEAA178C-2F82-5341-9450-2ACB117EC658}" type="pres">
      <dgm:prSet presAssocID="{ADDDAC7A-BDEA-4FF1-815B-790470C54DAB}" presName="sibTrans" presStyleLbl="sibTrans1D1" presStyleIdx="4" presStyleCnt="6"/>
      <dgm:spPr/>
    </dgm:pt>
    <dgm:pt modelId="{51BF46DC-847A-184A-88E0-F443A19C5B15}" type="pres">
      <dgm:prSet presAssocID="{ADDDAC7A-BDEA-4FF1-815B-790470C54DAB}" presName="connectorText" presStyleLbl="sibTrans1D1" presStyleIdx="4" presStyleCnt="6"/>
      <dgm:spPr/>
    </dgm:pt>
    <dgm:pt modelId="{120A3CBF-1C6A-F34A-86F8-7163859DAA47}" type="pres">
      <dgm:prSet presAssocID="{969311AE-ED61-4B5D-BFEA-CD90247F750A}" presName="node" presStyleLbl="node1" presStyleIdx="5" presStyleCnt="7">
        <dgm:presLayoutVars>
          <dgm:bulletEnabled val="1"/>
        </dgm:presLayoutVars>
      </dgm:prSet>
      <dgm:spPr/>
    </dgm:pt>
    <dgm:pt modelId="{52354A7F-FBC6-A84F-9457-00C72B4AABBF}" type="pres">
      <dgm:prSet presAssocID="{5BD6E8F6-9E96-48B5-8985-ED75FBC2F7DD}" presName="sibTrans" presStyleLbl="sibTrans1D1" presStyleIdx="5" presStyleCnt="6"/>
      <dgm:spPr/>
    </dgm:pt>
    <dgm:pt modelId="{AC8AD068-7786-E448-A1DF-BD091D5A36E9}" type="pres">
      <dgm:prSet presAssocID="{5BD6E8F6-9E96-48B5-8985-ED75FBC2F7DD}" presName="connectorText" presStyleLbl="sibTrans1D1" presStyleIdx="5" presStyleCnt="6"/>
      <dgm:spPr/>
    </dgm:pt>
    <dgm:pt modelId="{535997DE-F6E4-EC4F-97C9-85A01932F79D}" type="pres">
      <dgm:prSet presAssocID="{417AA149-AA77-4D0F-B3A7-6D3489FDE634}" presName="node" presStyleLbl="node1" presStyleIdx="6" presStyleCnt="7">
        <dgm:presLayoutVars>
          <dgm:bulletEnabled val="1"/>
        </dgm:presLayoutVars>
      </dgm:prSet>
      <dgm:spPr/>
    </dgm:pt>
  </dgm:ptLst>
  <dgm:cxnLst>
    <dgm:cxn modelId="{91862B05-8E10-1C42-BC52-74B64AB82CA2}" type="presOf" srcId="{417AA149-AA77-4D0F-B3A7-6D3489FDE634}" destId="{535997DE-F6E4-EC4F-97C9-85A01932F79D}" srcOrd="0" destOrd="0" presId="urn:microsoft.com/office/officeart/2016/7/layout/RepeatingBendingProcessNew"/>
    <dgm:cxn modelId="{11AC3809-5D48-4B9F-BC86-D583130D8A5B}" srcId="{4FB0F5B4-35BE-4BC3-B2C0-9076CE143EC5}" destId="{8E0DD112-5484-4731-B20D-209C38BD373E}" srcOrd="1" destOrd="0" parTransId="{C75C4EE6-C0CB-45A3-B792-4A4B0AD464EF}" sibTransId="{DF89A6E8-A9A0-488D-A6DD-E43ED4055532}"/>
    <dgm:cxn modelId="{B530610A-A9DF-4D41-8ECA-A90FC1496E88}" srcId="{4FB0F5B4-35BE-4BC3-B2C0-9076CE143EC5}" destId="{B196CAAD-5E7A-4A61-A2EE-885293BF61E9}" srcOrd="0" destOrd="0" parTransId="{18FD2EAA-C449-4E7F-937A-98F976D077B0}" sibTransId="{887BCEA1-938C-4517-B926-F2A344BC9344}"/>
    <dgm:cxn modelId="{080D271B-F15B-0844-9DAF-4A5C2BBC775D}" type="presOf" srcId="{691BBE59-8939-4D1A-9B88-0AD526BF1198}" destId="{B2407F7A-152B-C648-A622-34487CAB5B03}" srcOrd="0" destOrd="0" presId="urn:microsoft.com/office/officeart/2016/7/layout/RepeatingBendingProcessNew"/>
    <dgm:cxn modelId="{F21CA326-E3E8-9348-A136-5D899EFD2FCC}" type="presOf" srcId="{ADDDAC7A-BDEA-4FF1-815B-790470C54DAB}" destId="{CEAA178C-2F82-5341-9450-2ACB117EC658}" srcOrd="0" destOrd="0" presId="urn:microsoft.com/office/officeart/2016/7/layout/RepeatingBendingProcessNew"/>
    <dgm:cxn modelId="{AB08AF28-9253-479C-BE28-34E89E8C97EB}" srcId="{4FB0F5B4-35BE-4BC3-B2C0-9076CE143EC5}" destId="{691BBE59-8939-4D1A-9B88-0AD526BF1198}" srcOrd="3" destOrd="0" parTransId="{15E8CC53-0C59-4FC8-9291-6A7AE4DBE6CA}" sibTransId="{4A5DB4B8-D33D-41DD-A004-7B6D6202361F}"/>
    <dgm:cxn modelId="{1BC4032A-8073-C84A-AD68-1790E1FFE81B}" type="presOf" srcId="{5BD6E8F6-9E96-48B5-8985-ED75FBC2F7DD}" destId="{AC8AD068-7786-E448-A1DF-BD091D5A36E9}" srcOrd="1" destOrd="0" presId="urn:microsoft.com/office/officeart/2016/7/layout/RepeatingBendingProcessNew"/>
    <dgm:cxn modelId="{E1176D34-5F7F-EA45-8AAF-67C904E79597}" type="presOf" srcId="{8E0DD112-5484-4731-B20D-209C38BD373E}" destId="{904D638C-290D-DD46-BB8E-BB312F9921B1}" srcOrd="0" destOrd="0" presId="urn:microsoft.com/office/officeart/2016/7/layout/RepeatingBendingProcessNew"/>
    <dgm:cxn modelId="{647F9437-0432-8B42-AA0A-F98F3D9369F1}" type="presOf" srcId="{969311AE-ED61-4B5D-BFEA-CD90247F750A}" destId="{120A3CBF-1C6A-F34A-86F8-7163859DAA47}" srcOrd="0" destOrd="0" presId="urn:microsoft.com/office/officeart/2016/7/layout/RepeatingBendingProcessNew"/>
    <dgm:cxn modelId="{006BE93C-AEC9-6F4D-8936-D6F183C09638}" type="presOf" srcId="{DF89A6E8-A9A0-488D-A6DD-E43ED4055532}" destId="{5275D3A9-9F42-E249-A252-C15691517F58}" srcOrd="1" destOrd="0" presId="urn:microsoft.com/office/officeart/2016/7/layout/RepeatingBendingProcessNew"/>
    <dgm:cxn modelId="{52299F53-B7AB-BB4E-AE40-0A448A4A3B6C}" type="presOf" srcId="{887BCEA1-938C-4517-B926-F2A344BC9344}" destId="{41448F0B-DF0D-4543-8CA6-7A6578591463}" srcOrd="1" destOrd="0" presId="urn:microsoft.com/office/officeart/2016/7/layout/RepeatingBendingProcessNew"/>
    <dgm:cxn modelId="{6FB5D463-C958-8A4F-8170-3A87CEB46153}" type="presOf" srcId="{4A5DB4B8-D33D-41DD-A004-7B6D6202361F}" destId="{DF83B5F6-0209-314C-8953-CB97D61A514B}" srcOrd="0" destOrd="0" presId="urn:microsoft.com/office/officeart/2016/7/layout/RepeatingBendingProcessNew"/>
    <dgm:cxn modelId="{367D4965-B649-144F-950E-A6C4999473C2}" type="presOf" srcId="{0F53C5FE-5E88-469C-AB2F-B07A7B1046CA}" destId="{C5371A8A-0E2E-BD4C-9B6B-09B6F7A22B84}" srcOrd="0" destOrd="0" presId="urn:microsoft.com/office/officeart/2016/7/layout/RepeatingBendingProcessNew"/>
    <dgm:cxn modelId="{4B3BDA73-EA50-AD48-9106-4D5C4763C881}" type="presOf" srcId="{B196CAAD-5E7A-4A61-A2EE-885293BF61E9}" destId="{516E67A0-7FF9-F642-A220-8090D97D3ED5}" srcOrd="0" destOrd="0" presId="urn:microsoft.com/office/officeart/2016/7/layout/RepeatingBendingProcessNew"/>
    <dgm:cxn modelId="{2485F590-7F54-4490-BBF3-17D5F07915F2}" srcId="{4FB0F5B4-35BE-4BC3-B2C0-9076CE143EC5}" destId="{C71525BE-FCAF-452F-9056-D49C3F617D4D}" srcOrd="2" destOrd="0" parTransId="{3C6B6553-3E71-44B4-833C-6AA722D61305}" sibTransId="{3268E6DB-483C-40B1-BF7D-8F74FF52718D}"/>
    <dgm:cxn modelId="{F6021FA1-C10C-5348-A659-A956EA32163C}" type="presOf" srcId="{3268E6DB-483C-40B1-BF7D-8F74FF52718D}" destId="{B38C43FC-152E-DF42-A0E6-F68BFFC88441}" srcOrd="1" destOrd="0" presId="urn:microsoft.com/office/officeart/2016/7/layout/RepeatingBendingProcessNew"/>
    <dgm:cxn modelId="{B30EE6A5-DB8F-2B4A-859A-5A72B2F69F22}" type="presOf" srcId="{DF89A6E8-A9A0-488D-A6DD-E43ED4055532}" destId="{329ADD35-45F7-DE4C-BA55-D6793980996A}" srcOrd="0" destOrd="0" presId="urn:microsoft.com/office/officeart/2016/7/layout/RepeatingBendingProcessNew"/>
    <dgm:cxn modelId="{D01A76A8-D6D0-644B-BC15-AA5771589B61}" type="presOf" srcId="{3268E6DB-483C-40B1-BF7D-8F74FF52718D}" destId="{F373A83E-5307-DD46-9774-BCF1FD9118DC}" srcOrd="0" destOrd="0" presId="urn:microsoft.com/office/officeart/2016/7/layout/RepeatingBendingProcessNew"/>
    <dgm:cxn modelId="{C8E854B0-D56D-EA41-AB1A-61ED7508668C}" type="presOf" srcId="{C71525BE-FCAF-452F-9056-D49C3F617D4D}" destId="{5AD5DB12-9E96-2E46-B44F-E52003911F2C}" srcOrd="0" destOrd="0" presId="urn:microsoft.com/office/officeart/2016/7/layout/RepeatingBendingProcessNew"/>
    <dgm:cxn modelId="{170967B5-B8C4-5244-86B6-9CBD08D3D77B}" type="presOf" srcId="{887BCEA1-938C-4517-B926-F2A344BC9344}" destId="{34A94B79-711B-B544-AF00-2A75B48793A0}" srcOrd="0" destOrd="0" presId="urn:microsoft.com/office/officeart/2016/7/layout/RepeatingBendingProcessNew"/>
    <dgm:cxn modelId="{FD542BC3-92CC-F34E-96EC-2790A4DEF4FF}" type="presOf" srcId="{ADDDAC7A-BDEA-4FF1-815B-790470C54DAB}" destId="{51BF46DC-847A-184A-88E0-F443A19C5B15}" srcOrd="1" destOrd="0" presId="urn:microsoft.com/office/officeart/2016/7/layout/RepeatingBendingProcessNew"/>
    <dgm:cxn modelId="{9A7D58D1-0E0D-7941-B808-525B71F8D54B}" type="presOf" srcId="{4FB0F5B4-35BE-4BC3-B2C0-9076CE143EC5}" destId="{9E553EE0-D4DA-1A4E-B9D9-6F9C1457A4EC}" srcOrd="0" destOrd="0" presId="urn:microsoft.com/office/officeart/2016/7/layout/RepeatingBendingProcessNew"/>
    <dgm:cxn modelId="{403B72DD-81F8-4565-9F60-98781160FAF3}" srcId="{4FB0F5B4-35BE-4BC3-B2C0-9076CE143EC5}" destId="{417AA149-AA77-4D0F-B3A7-6D3489FDE634}" srcOrd="6" destOrd="0" parTransId="{6FE805E1-FFC5-47D1-8982-E5E1020F98CD}" sibTransId="{A2C4EB66-2056-44E7-A5C9-3DA9924ADE73}"/>
    <dgm:cxn modelId="{AE05F1EF-909D-3540-9CAD-482BD93232B5}" type="presOf" srcId="{4A5DB4B8-D33D-41DD-A004-7B6D6202361F}" destId="{AE5A5374-0A3F-DB4F-94AE-61E084FDB3D4}" srcOrd="1" destOrd="0" presId="urn:microsoft.com/office/officeart/2016/7/layout/RepeatingBendingProcessNew"/>
    <dgm:cxn modelId="{486AA1F9-DE8E-3941-8DD1-E53AF5923C51}" type="presOf" srcId="{5BD6E8F6-9E96-48B5-8985-ED75FBC2F7DD}" destId="{52354A7F-FBC6-A84F-9457-00C72B4AABBF}" srcOrd="0" destOrd="0" presId="urn:microsoft.com/office/officeart/2016/7/layout/RepeatingBendingProcessNew"/>
    <dgm:cxn modelId="{78BB2AFD-D5DA-4583-9598-C641D1C6A906}" srcId="{4FB0F5B4-35BE-4BC3-B2C0-9076CE143EC5}" destId="{969311AE-ED61-4B5D-BFEA-CD90247F750A}" srcOrd="5" destOrd="0" parTransId="{88424564-45B5-4A46-B0ED-F4CA5CED1C85}" sibTransId="{5BD6E8F6-9E96-48B5-8985-ED75FBC2F7DD}"/>
    <dgm:cxn modelId="{FA0D1CFE-035B-4390-AACA-14E6B54904F9}" srcId="{4FB0F5B4-35BE-4BC3-B2C0-9076CE143EC5}" destId="{0F53C5FE-5E88-469C-AB2F-B07A7B1046CA}" srcOrd="4" destOrd="0" parTransId="{A11048C1-A557-44F2-A872-1B8A17E61F26}" sibTransId="{ADDDAC7A-BDEA-4FF1-815B-790470C54DAB}"/>
    <dgm:cxn modelId="{ACFA5936-D25E-CF4E-B011-246F69AC41C7}" type="presParOf" srcId="{9E553EE0-D4DA-1A4E-B9D9-6F9C1457A4EC}" destId="{516E67A0-7FF9-F642-A220-8090D97D3ED5}" srcOrd="0" destOrd="0" presId="urn:microsoft.com/office/officeart/2016/7/layout/RepeatingBendingProcessNew"/>
    <dgm:cxn modelId="{30A3E503-5B16-9344-9AD1-C0E113C5E6B5}" type="presParOf" srcId="{9E553EE0-D4DA-1A4E-B9D9-6F9C1457A4EC}" destId="{34A94B79-711B-B544-AF00-2A75B48793A0}" srcOrd="1" destOrd="0" presId="urn:microsoft.com/office/officeart/2016/7/layout/RepeatingBendingProcessNew"/>
    <dgm:cxn modelId="{B060B423-7F47-8E40-BF04-D26DBCEB082D}" type="presParOf" srcId="{34A94B79-711B-B544-AF00-2A75B48793A0}" destId="{41448F0B-DF0D-4543-8CA6-7A6578591463}" srcOrd="0" destOrd="0" presId="urn:microsoft.com/office/officeart/2016/7/layout/RepeatingBendingProcessNew"/>
    <dgm:cxn modelId="{427037EB-7041-0F46-AE0A-5FDA04F60756}" type="presParOf" srcId="{9E553EE0-D4DA-1A4E-B9D9-6F9C1457A4EC}" destId="{904D638C-290D-DD46-BB8E-BB312F9921B1}" srcOrd="2" destOrd="0" presId="urn:microsoft.com/office/officeart/2016/7/layout/RepeatingBendingProcessNew"/>
    <dgm:cxn modelId="{9C97F456-FB20-BD4B-98C3-5534BEC28210}" type="presParOf" srcId="{9E553EE0-D4DA-1A4E-B9D9-6F9C1457A4EC}" destId="{329ADD35-45F7-DE4C-BA55-D6793980996A}" srcOrd="3" destOrd="0" presId="urn:microsoft.com/office/officeart/2016/7/layout/RepeatingBendingProcessNew"/>
    <dgm:cxn modelId="{4BB4BC3A-5CE8-FF47-BC5E-EC4F3A19CEC5}" type="presParOf" srcId="{329ADD35-45F7-DE4C-BA55-D6793980996A}" destId="{5275D3A9-9F42-E249-A252-C15691517F58}" srcOrd="0" destOrd="0" presId="urn:microsoft.com/office/officeart/2016/7/layout/RepeatingBendingProcessNew"/>
    <dgm:cxn modelId="{C7708E74-D568-4B41-BAAB-7AE71E032256}" type="presParOf" srcId="{9E553EE0-D4DA-1A4E-B9D9-6F9C1457A4EC}" destId="{5AD5DB12-9E96-2E46-B44F-E52003911F2C}" srcOrd="4" destOrd="0" presId="urn:microsoft.com/office/officeart/2016/7/layout/RepeatingBendingProcessNew"/>
    <dgm:cxn modelId="{BB3B9431-F991-C54D-94B8-194A668C473B}" type="presParOf" srcId="{9E553EE0-D4DA-1A4E-B9D9-6F9C1457A4EC}" destId="{F373A83E-5307-DD46-9774-BCF1FD9118DC}" srcOrd="5" destOrd="0" presId="urn:microsoft.com/office/officeart/2016/7/layout/RepeatingBendingProcessNew"/>
    <dgm:cxn modelId="{87F0F1F8-A3E6-A64F-B0CC-887EFC821D6D}" type="presParOf" srcId="{F373A83E-5307-DD46-9774-BCF1FD9118DC}" destId="{B38C43FC-152E-DF42-A0E6-F68BFFC88441}" srcOrd="0" destOrd="0" presId="urn:microsoft.com/office/officeart/2016/7/layout/RepeatingBendingProcessNew"/>
    <dgm:cxn modelId="{B857A2C4-5FF5-4E4F-9320-E114F268B01C}" type="presParOf" srcId="{9E553EE0-D4DA-1A4E-B9D9-6F9C1457A4EC}" destId="{B2407F7A-152B-C648-A622-34487CAB5B03}" srcOrd="6" destOrd="0" presId="urn:microsoft.com/office/officeart/2016/7/layout/RepeatingBendingProcessNew"/>
    <dgm:cxn modelId="{1CD78E53-D994-6B45-839A-6D7D34CF6191}" type="presParOf" srcId="{9E553EE0-D4DA-1A4E-B9D9-6F9C1457A4EC}" destId="{DF83B5F6-0209-314C-8953-CB97D61A514B}" srcOrd="7" destOrd="0" presId="urn:microsoft.com/office/officeart/2016/7/layout/RepeatingBendingProcessNew"/>
    <dgm:cxn modelId="{9F9A4477-C4B5-FE43-B214-ACFD453DC1AC}" type="presParOf" srcId="{DF83B5F6-0209-314C-8953-CB97D61A514B}" destId="{AE5A5374-0A3F-DB4F-94AE-61E084FDB3D4}" srcOrd="0" destOrd="0" presId="urn:microsoft.com/office/officeart/2016/7/layout/RepeatingBendingProcessNew"/>
    <dgm:cxn modelId="{81A5A605-664D-744C-A882-8D9A2A531442}" type="presParOf" srcId="{9E553EE0-D4DA-1A4E-B9D9-6F9C1457A4EC}" destId="{C5371A8A-0E2E-BD4C-9B6B-09B6F7A22B84}" srcOrd="8" destOrd="0" presId="urn:microsoft.com/office/officeart/2016/7/layout/RepeatingBendingProcessNew"/>
    <dgm:cxn modelId="{F6C74437-E0D8-7940-B2A0-0193D037CDD8}" type="presParOf" srcId="{9E553EE0-D4DA-1A4E-B9D9-6F9C1457A4EC}" destId="{CEAA178C-2F82-5341-9450-2ACB117EC658}" srcOrd="9" destOrd="0" presId="urn:microsoft.com/office/officeart/2016/7/layout/RepeatingBendingProcessNew"/>
    <dgm:cxn modelId="{E3010CE2-9AF1-3846-919F-7364BE414D91}" type="presParOf" srcId="{CEAA178C-2F82-5341-9450-2ACB117EC658}" destId="{51BF46DC-847A-184A-88E0-F443A19C5B15}" srcOrd="0" destOrd="0" presId="urn:microsoft.com/office/officeart/2016/7/layout/RepeatingBendingProcessNew"/>
    <dgm:cxn modelId="{CBB14B2A-A0E1-A744-A6CE-72F376DE8025}" type="presParOf" srcId="{9E553EE0-D4DA-1A4E-B9D9-6F9C1457A4EC}" destId="{120A3CBF-1C6A-F34A-86F8-7163859DAA47}" srcOrd="10" destOrd="0" presId="urn:microsoft.com/office/officeart/2016/7/layout/RepeatingBendingProcessNew"/>
    <dgm:cxn modelId="{E4F51D19-A28A-2447-814E-3E6D43F1FB41}" type="presParOf" srcId="{9E553EE0-D4DA-1A4E-B9D9-6F9C1457A4EC}" destId="{52354A7F-FBC6-A84F-9457-00C72B4AABBF}" srcOrd="11" destOrd="0" presId="urn:microsoft.com/office/officeart/2016/7/layout/RepeatingBendingProcessNew"/>
    <dgm:cxn modelId="{C386793F-5694-1843-B40B-D0350394B366}" type="presParOf" srcId="{52354A7F-FBC6-A84F-9457-00C72B4AABBF}" destId="{AC8AD068-7786-E448-A1DF-BD091D5A36E9}" srcOrd="0" destOrd="0" presId="urn:microsoft.com/office/officeart/2016/7/layout/RepeatingBendingProcessNew"/>
    <dgm:cxn modelId="{CC907FCD-6CE4-444A-9DD2-B66FD4D7CA64}" type="presParOf" srcId="{9E553EE0-D4DA-1A4E-B9D9-6F9C1457A4EC}" destId="{535997DE-F6E4-EC4F-97C9-85A01932F79D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E6C1945-32BC-4620-8407-774ABB3BA221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5ED1E66-1B6B-4CC0-A227-2117A0769040}">
      <dgm:prSet/>
      <dgm:spPr/>
      <dgm:t>
        <a:bodyPr/>
        <a:lstStyle/>
        <a:p>
          <a:r>
            <a:rPr lang="en-US"/>
            <a:t>Are steps logical and simple?</a:t>
          </a:r>
        </a:p>
      </dgm:t>
    </dgm:pt>
    <dgm:pt modelId="{939B217C-B169-44B3-A715-6D00BC4EC799}" type="parTrans" cxnId="{97561865-1317-43EB-9934-7E5FFEFA3EEE}">
      <dgm:prSet/>
      <dgm:spPr/>
      <dgm:t>
        <a:bodyPr/>
        <a:lstStyle/>
        <a:p>
          <a:endParaRPr lang="en-US"/>
        </a:p>
      </dgm:t>
    </dgm:pt>
    <dgm:pt modelId="{7043E794-B03F-4F47-A107-0D9840CCC2A9}" type="sibTrans" cxnId="{97561865-1317-43EB-9934-7E5FFEFA3EEE}">
      <dgm:prSet/>
      <dgm:spPr/>
      <dgm:t>
        <a:bodyPr/>
        <a:lstStyle/>
        <a:p>
          <a:endParaRPr lang="en-US"/>
        </a:p>
      </dgm:t>
    </dgm:pt>
    <dgm:pt modelId="{EBF32DCF-A941-4DF5-A78C-5CE45A2F4E29}">
      <dgm:prSet/>
      <dgm:spPr/>
      <dgm:t>
        <a:bodyPr/>
        <a:lstStyle/>
        <a:p>
          <a:r>
            <a:rPr lang="en-US"/>
            <a:t>Are decision points clear?</a:t>
          </a:r>
        </a:p>
      </dgm:t>
    </dgm:pt>
    <dgm:pt modelId="{89280577-C554-48FF-A878-893524793C98}" type="parTrans" cxnId="{EBB0A266-3FD1-4FD1-B026-198119FFD65E}">
      <dgm:prSet/>
      <dgm:spPr/>
      <dgm:t>
        <a:bodyPr/>
        <a:lstStyle/>
        <a:p>
          <a:endParaRPr lang="en-US"/>
        </a:p>
      </dgm:t>
    </dgm:pt>
    <dgm:pt modelId="{5DBDC177-FD56-4B31-A1C0-BD7E28E68AFE}" type="sibTrans" cxnId="{EBB0A266-3FD1-4FD1-B026-198119FFD65E}">
      <dgm:prSet/>
      <dgm:spPr/>
      <dgm:t>
        <a:bodyPr/>
        <a:lstStyle/>
        <a:p>
          <a:endParaRPr lang="en-US"/>
        </a:p>
      </dgm:t>
    </dgm:pt>
    <dgm:pt modelId="{F17FF0BC-00D7-47CC-A0D5-49411ABBD467}">
      <dgm:prSet/>
      <dgm:spPr/>
      <dgm:t>
        <a:bodyPr/>
        <a:lstStyle/>
        <a:p>
          <a:r>
            <a:rPr lang="en-US"/>
            <a:t>Is the final outcome clear?</a:t>
          </a:r>
        </a:p>
      </dgm:t>
    </dgm:pt>
    <dgm:pt modelId="{5A121DB1-D660-41BC-8955-97549AD11787}" type="parTrans" cxnId="{563C9B0A-D5D2-4FDD-836B-6E7D9B3984F7}">
      <dgm:prSet/>
      <dgm:spPr/>
      <dgm:t>
        <a:bodyPr/>
        <a:lstStyle/>
        <a:p>
          <a:endParaRPr lang="en-US"/>
        </a:p>
      </dgm:t>
    </dgm:pt>
    <dgm:pt modelId="{48FE0531-FB46-4574-ACF4-222304A07A55}" type="sibTrans" cxnId="{563C9B0A-D5D2-4FDD-836B-6E7D9B3984F7}">
      <dgm:prSet/>
      <dgm:spPr/>
      <dgm:t>
        <a:bodyPr/>
        <a:lstStyle/>
        <a:p>
          <a:endParaRPr lang="en-US"/>
        </a:p>
      </dgm:t>
    </dgm:pt>
    <dgm:pt modelId="{91EFD349-352F-4A0F-A2AA-2A8B2C0FA030}">
      <dgm:prSet/>
      <dgm:spPr/>
      <dgm:t>
        <a:bodyPr/>
        <a:lstStyle/>
        <a:p>
          <a:r>
            <a:rPr lang="en-US"/>
            <a:t>Any steps to be added ?</a:t>
          </a:r>
        </a:p>
      </dgm:t>
    </dgm:pt>
    <dgm:pt modelId="{9F0731B4-DAF6-449B-A88B-001E6073CB55}" type="parTrans" cxnId="{AC14CD0C-D644-46FD-AB12-D4154CEE26DC}">
      <dgm:prSet/>
      <dgm:spPr/>
      <dgm:t>
        <a:bodyPr/>
        <a:lstStyle/>
        <a:p>
          <a:endParaRPr lang="en-US"/>
        </a:p>
      </dgm:t>
    </dgm:pt>
    <dgm:pt modelId="{76A0A0AE-E24F-446C-B6C5-AD69BE0568E1}" type="sibTrans" cxnId="{AC14CD0C-D644-46FD-AB12-D4154CEE26DC}">
      <dgm:prSet/>
      <dgm:spPr/>
      <dgm:t>
        <a:bodyPr/>
        <a:lstStyle/>
        <a:p>
          <a:endParaRPr lang="en-US"/>
        </a:p>
      </dgm:t>
    </dgm:pt>
    <dgm:pt modelId="{3FFE0EF1-32E9-4089-984B-91AB657B499B}">
      <dgm:prSet/>
      <dgm:spPr/>
      <dgm:t>
        <a:bodyPr/>
        <a:lstStyle/>
        <a:p>
          <a:r>
            <a:rPr lang="en-US"/>
            <a:t>Any unnecessary steps be removed ?</a:t>
          </a:r>
        </a:p>
      </dgm:t>
    </dgm:pt>
    <dgm:pt modelId="{4B79B1E4-FB9E-4200-9426-114155741772}" type="parTrans" cxnId="{F3B53E24-2AA5-4383-907D-B85FF8EED616}">
      <dgm:prSet/>
      <dgm:spPr/>
      <dgm:t>
        <a:bodyPr/>
        <a:lstStyle/>
        <a:p>
          <a:endParaRPr lang="en-US"/>
        </a:p>
      </dgm:t>
    </dgm:pt>
    <dgm:pt modelId="{E52675D7-903C-4D1D-919A-59FD62A70F55}" type="sibTrans" cxnId="{F3B53E24-2AA5-4383-907D-B85FF8EED616}">
      <dgm:prSet/>
      <dgm:spPr/>
      <dgm:t>
        <a:bodyPr/>
        <a:lstStyle/>
        <a:p>
          <a:endParaRPr lang="en-US"/>
        </a:p>
      </dgm:t>
    </dgm:pt>
    <dgm:pt modelId="{22A89843-0FF9-974B-AA75-19B9204BAA23}" type="pres">
      <dgm:prSet presAssocID="{9E6C1945-32BC-4620-8407-774ABB3BA221}" presName="outerComposite" presStyleCnt="0">
        <dgm:presLayoutVars>
          <dgm:chMax val="5"/>
          <dgm:dir/>
          <dgm:resizeHandles val="exact"/>
        </dgm:presLayoutVars>
      </dgm:prSet>
      <dgm:spPr/>
    </dgm:pt>
    <dgm:pt modelId="{F78B55CF-8DB0-2D48-8464-AB53F5B42440}" type="pres">
      <dgm:prSet presAssocID="{9E6C1945-32BC-4620-8407-774ABB3BA221}" presName="dummyMaxCanvas" presStyleCnt="0">
        <dgm:presLayoutVars/>
      </dgm:prSet>
      <dgm:spPr/>
    </dgm:pt>
    <dgm:pt modelId="{9F85F9EC-44E5-1944-881F-D543C13A752A}" type="pres">
      <dgm:prSet presAssocID="{9E6C1945-32BC-4620-8407-774ABB3BA221}" presName="FiveNodes_1" presStyleLbl="node1" presStyleIdx="0" presStyleCnt="5">
        <dgm:presLayoutVars>
          <dgm:bulletEnabled val="1"/>
        </dgm:presLayoutVars>
      </dgm:prSet>
      <dgm:spPr/>
    </dgm:pt>
    <dgm:pt modelId="{920509BD-E762-9745-90C2-A31D1603395D}" type="pres">
      <dgm:prSet presAssocID="{9E6C1945-32BC-4620-8407-774ABB3BA221}" presName="FiveNodes_2" presStyleLbl="node1" presStyleIdx="1" presStyleCnt="5">
        <dgm:presLayoutVars>
          <dgm:bulletEnabled val="1"/>
        </dgm:presLayoutVars>
      </dgm:prSet>
      <dgm:spPr/>
    </dgm:pt>
    <dgm:pt modelId="{A7BE889D-4EA4-EC41-B1B2-476C34931E4E}" type="pres">
      <dgm:prSet presAssocID="{9E6C1945-32BC-4620-8407-774ABB3BA221}" presName="FiveNodes_3" presStyleLbl="node1" presStyleIdx="2" presStyleCnt="5">
        <dgm:presLayoutVars>
          <dgm:bulletEnabled val="1"/>
        </dgm:presLayoutVars>
      </dgm:prSet>
      <dgm:spPr/>
    </dgm:pt>
    <dgm:pt modelId="{0AEA083A-55EE-B34B-8D9C-8AC7963E7AEE}" type="pres">
      <dgm:prSet presAssocID="{9E6C1945-32BC-4620-8407-774ABB3BA221}" presName="FiveNodes_4" presStyleLbl="node1" presStyleIdx="3" presStyleCnt="5">
        <dgm:presLayoutVars>
          <dgm:bulletEnabled val="1"/>
        </dgm:presLayoutVars>
      </dgm:prSet>
      <dgm:spPr/>
    </dgm:pt>
    <dgm:pt modelId="{D8956FF5-FF76-E74E-98D8-76376128223A}" type="pres">
      <dgm:prSet presAssocID="{9E6C1945-32BC-4620-8407-774ABB3BA221}" presName="FiveNodes_5" presStyleLbl="node1" presStyleIdx="4" presStyleCnt="5">
        <dgm:presLayoutVars>
          <dgm:bulletEnabled val="1"/>
        </dgm:presLayoutVars>
      </dgm:prSet>
      <dgm:spPr/>
    </dgm:pt>
    <dgm:pt modelId="{F8833D3A-E836-E540-9A7D-C5F90640A90E}" type="pres">
      <dgm:prSet presAssocID="{9E6C1945-32BC-4620-8407-774ABB3BA221}" presName="FiveConn_1-2" presStyleLbl="fgAccFollowNode1" presStyleIdx="0" presStyleCnt="4">
        <dgm:presLayoutVars>
          <dgm:bulletEnabled val="1"/>
        </dgm:presLayoutVars>
      </dgm:prSet>
      <dgm:spPr/>
    </dgm:pt>
    <dgm:pt modelId="{7EE2C0A9-A80B-5946-9B4C-711DCE2027AC}" type="pres">
      <dgm:prSet presAssocID="{9E6C1945-32BC-4620-8407-774ABB3BA221}" presName="FiveConn_2-3" presStyleLbl="fgAccFollowNode1" presStyleIdx="1" presStyleCnt="4">
        <dgm:presLayoutVars>
          <dgm:bulletEnabled val="1"/>
        </dgm:presLayoutVars>
      </dgm:prSet>
      <dgm:spPr/>
    </dgm:pt>
    <dgm:pt modelId="{AF734521-3DE6-EA4C-9C18-C1B8539F077A}" type="pres">
      <dgm:prSet presAssocID="{9E6C1945-32BC-4620-8407-774ABB3BA221}" presName="FiveConn_3-4" presStyleLbl="fgAccFollowNode1" presStyleIdx="2" presStyleCnt="4">
        <dgm:presLayoutVars>
          <dgm:bulletEnabled val="1"/>
        </dgm:presLayoutVars>
      </dgm:prSet>
      <dgm:spPr/>
    </dgm:pt>
    <dgm:pt modelId="{2BA9FFB1-573C-844B-B97E-31B6025CD61F}" type="pres">
      <dgm:prSet presAssocID="{9E6C1945-32BC-4620-8407-774ABB3BA221}" presName="FiveConn_4-5" presStyleLbl="fgAccFollowNode1" presStyleIdx="3" presStyleCnt="4">
        <dgm:presLayoutVars>
          <dgm:bulletEnabled val="1"/>
        </dgm:presLayoutVars>
      </dgm:prSet>
      <dgm:spPr/>
    </dgm:pt>
    <dgm:pt modelId="{BBEB1FF0-B28B-4A49-8597-BA9D1A10019E}" type="pres">
      <dgm:prSet presAssocID="{9E6C1945-32BC-4620-8407-774ABB3BA221}" presName="FiveNodes_1_text" presStyleLbl="node1" presStyleIdx="4" presStyleCnt="5">
        <dgm:presLayoutVars>
          <dgm:bulletEnabled val="1"/>
        </dgm:presLayoutVars>
      </dgm:prSet>
      <dgm:spPr/>
    </dgm:pt>
    <dgm:pt modelId="{870C5516-A965-EA4C-9971-048CFA405975}" type="pres">
      <dgm:prSet presAssocID="{9E6C1945-32BC-4620-8407-774ABB3BA221}" presName="FiveNodes_2_text" presStyleLbl="node1" presStyleIdx="4" presStyleCnt="5">
        <dgm:presLayoutVars>
          <dgm:bulletEnabled val="1"/>
        </dgm:presLayoutVars>
      </dgm:prSet>
      <dgm:spPr/>
    </dgm:pt>
    <dgm:pt modelId="{243ACDFF-47BD-F34D-A0E9-C827D08D7D5F}" type="pres">
      <dgm:prSet presAssocID="{9E6C1945-32BC-4620-8407-774ABB3BA221}" presName="FiveNodes_3_text" presStyleLbl="node1" presStyleIdx="4" presStyleCnt="5">
        <dgm:presLayoutVars>
          <dgm:bulletEnabled val="1"/>
        </dgm:presLayoutVars>
      </dgm:prSet>
      <dgm:spPr/>
    </dgm:pt>
    <dgm:pt modelId="{6FCBBBB5-DC65-8944-86A2-7E69C2DF7134}" type="pres">
      <dgm:prSet presAssocID="{9E6C1945-32BC-4620-8407-774ABB3BA221}" presName="FiveNodes_4_text" presStyleLbl="node1" presStyleIdx="4" presStyleCnt="5">
        <dgm:presLayoutVars>
          <dgm:bulletEnabled val="1"/>
        </dgm:presLayoutVars>
      </dgm:prSet>
      <dgm:spPr/>
    </dgm:pt>
    <dgm:pt modelId="{A983FE3C-60CC-3C4E-8E85-40B1B56778C6}" type="pres">
      <dgm:prSet presAssocID="{9E6C1945-32BC-4620-8407-774ABB3BA22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D0C0104-B43B-0141-B348-A37EA164FF08}" type="presOf" srcId="{F17FF0BC-00D7-47CC-A0D5-49411ABBD467}" destId="{A7BE889D-4EA4-EC41-B1B2-476C34931E4E}" srcOrd="0" destOrd="0" presId="urn:microsoft.com/office/officeart/2005/8/layout/vProcess5"/>
    <dgm:cxn modelId="{27A7670A-6B59-1E4B-93F1-E7D6AC5231C3}" type="presOf" srcId="{91EFD349-352F-4A0F-A2AA-2A8B2C0FA030}" destId="{0AEA083A-55EE-B34B-8D9C-8AC7963E7AEE}" srcOrd="0" destOrd="0" presId="urn:microsoft.com/office/officeart/2005/8/layout/vProcess5"/>
    <dgm:cxn modelId="{563C9B0A-D5D2-4FDD-836B-6E7D9B3984F7}" srcId="{9E6C1945-32BC-4620-8407-774ABB3BA221}" destId="{F17FF0BC-00D7-47CC-A0D5-49411ABBD467}" srcOrd="2" destOrd="0" parTransId="{5A121DB1-D660-41BC-8955-97549AD11787}" sibTransId="{48FE0531-FB46-4574-ACF4-222304A07A55}"/>
    <dgm:cxn modelId="{AC14CD0C-D644-46FD-AB12-D4154CEE26DC}" srcId="{9E6C1945-32BC-4620-8407-774ABB3BA221}" destId="{91EFD349-352F-4A0F-A2AA-2A8B2C0FA030}" srcOrd="3" destOrd="0" parTransId="{9F0731B4-DAF6-449B-A88B-001E6073CB55}" sibTransId="{76A0A0AE-E24F-446C-B6C5-AD69BE0568E1}"/>
    <dgm:cxn modelId="{99BDB90F-49A3-7645-9F89-E573D2786773}" type="presOf" srcId="{75ED1E66-1B6B-4CC0-A227-2117A0769040}" destId="{9F85F9EC-44E5-1944-881F-D543C13A752A}" srcOrd="0" destOrd="0" presId="urn:microsoft.com/office/officeart/2005/8/layout/vProcess5"/>
    <dgm:cxn modelId="{B37A0915-5907-CE49-8AF6-675584D95A0D}" type="presOf" srcId="{5DBDC177-FD56-4B31-A1C0-BD7E28E68AFE}" destId="{7EE2C0A9-A80B-5946-9B4C-711DCE2027AC}" srcOrd="0" destOrd="0" presId="urn:microsoft.com/office/officeart/2005/8/layout/vProcess5"/>
    <dgm:cxn modelId="{F3B53E24-2AA5-4383-907D-B85FF8EED616}" srcId="{9E6C1945-32BC-4620-8407-774ABB3BA221}" destId="{3FFE0EF1-32E9-4089-984B-91AB657B499B}" srcOrd="4" destOrd="0" parTransId="{4B79B1E4-FB9E-4200-9426-114155741772}" sibTransId="{E52675D7-903C-4D1D-919A-59FD62A70F55}"/>
    <dgm:cxn modelId="{66249A2B-736F-B646-88BE-4B34B86FD375}" type="presOf" srcId="{F17FF0BC-00D7-47CC-A0D5-49411ABBD467}" destId="{243ACDFF-47BD-F34D-A0E9-C827D08D7D5F}" srcOrd="1" destOrd="0" presId="urn:microsoft.com/office/officeart/2005/8/layout/vProcess5"/>
    <dgm:cxn modelId="{50796441-871D-8649-83B3-1DA695233625}" type="presOf" srcId="{9E6C1945-32BC-4620-8407-774ABB3BA221}" destId="{22A89843-0FF9-974B-AA75-19B9204BAA23}" srcOrd="0" destOrd="0" presId="urn:microsoft.com/office/officeart/2005/8/layout/vProcess5"/>
    <dgm:cxn modelId="{2F6B204C-1D95-4144-A073-FDE77B039773}" type="presOf" srcId="{EBF32DCF-A941-4DF5-A78C-5CE45A2F4E29}" destId="{920509BD-E762-9745-90C2-A31D1603395D}" srcOrd="0" destOrd="0" presId="urn:microsoft.com/office/officeart/2005/8/layout/vProcess5"/>
    <dgm:cxn modelId="{91C6474F-FD84-A247-A4EF-15BC3FDF18FA}" type="presOf" srcId="{EBF32DCF-A941-4DF5-A78C-5CE45A2F4E29}" destId="{870C5516-A965-EA4C-9971-048CFA405975}" srcOrd="1" destOrd="0" presId="urn:microsoft.com/office/officeart/2005/8/layout/vProcess5"/>
    <dgm:cxn modelId="{D358515A-21DD-084D-BCE2-BC6D5C45676A}" type="presOf" srcId="{76A0A0AE-E24F-446C-B6C5-AD69BE0568E1}" destId="{2BA9FFB1-573C-844B-B97E-31B6025CD61F}" srcOrd="0" destOrd="0" presId="urn:microsoft.com/office/officeart/2005/8/layout/vProcess5"/>
    <dgm:cxn modelId="{6F2B535B-4501-A84E-B398-11EBA15904E9}" type="presOf" srcId="{3FFE0EF1-32E9-4089-984B-91AB657B499B}" destId="{D8956FF5-FF76-E74E-98D8-76376128223A}" srcOrd="0" destOrd="0" presId="urn:microsoft.com/office/officeart/2005/8/layout/vProcess5"/>
    <dgm:cxn modelId="{AE60395F-3087-1848-8D54-95CC9A8FC6A3}" type="presOf" srcId="{91EFD349-352F-4A0F-A2AA-2A8B2C0FA030}" destId="{6FCBBBB5-DC65-8944-86A2-7E69C2DF7134}" srcOrd="1" destOrd="0" presId="urn:microsoft.com/office/officeart/2005/8/layout/vProcess5"/>
    <dgm:cxn modelId="{EDE21663-8928-1449-A9AD-36A466E760BE}" type="presOf" srcId="{3FFE0EF1-32E9-4089-984B-91AB657B499B}" destId="{A983FE3C-60CC-3C4E-8E85-40B1B56778C6}" srcOrd="1" destOrd="0" presId="urn:microsoft.com/office/officeart/2005/8/layout/vProcess5"/>
    <dgm:cxn modelId="{97561865-1317-43EB-9934-7E5FFEFA3EEE}" srcId="{9E6C1945-32BC-4620-8407-774ABB3BA221}" destId="{75ED1E66-1B6B-4CC0-A227-2117A0769040}" srcOrd="0" destOrd="0" parTransId="{939B217C-B169-44B3-A715-6D00BC4EC799}" sibTransId="{7043E794-B03F-4F47-A107-0D9840CCC2A9}"/>
    <dgm:cxn modelId="{EBB0A266-3FD1-4FD1-B026-198119FFD65E}" srcId="{9E6C1945-32BC-4620-8407-774ABB3BA221}" destId="{EBF32DCF-A941-4DF5-A78C-5CE45A2F4E29}" srcOrd="1" destOrd="0" parTransId="{89280577-C554-48FF-A878-893524793C98}" sibTransId="{5DBDC177-FD56-4B31-A1C0-BD7E28E68AFE}"/>
    <dgm:cxn modelId="{F7631C6D-20D0-D946-8092-C3DD7F4166EE}" type="presOf" srcId="{7043E794-B03F-4F47-A107-0D9840CCC2A9}" destId="{F8833D3A-E836-E540-9A7D-C5F90640A90E}" srcOrd="0" destOrd="0" presId="urn:microsoft.com/office/officeart/2005/8/layout/vProcess5"/>
    <dgm:cxn modelId="{28CA9DAD-4A06-2A4B-8F38-CE40FCFCA969}" type="presOf" srcId="{75ED1E66-1B6B-4CC0-A227-2117A0769040}" destId="{BBEB1FF0-B28B-4A49-8597-BA9D1A10019E}" srcOrd="1" destOrd="0" presId="urn:microsoft.com/office/officeart/2005/8/layout/vProcess5"/>
    <dgm:cxn modelId="{840046D1-B7FC-7046-ADF8-87F7901AC0F6}" type="presOf" srcId="{48FE0531-FB46-4574-ACF4-222304A07A55}" destId="{AF734521-3DE6-EA4C-9C18-C1B8539F077A}" srcOrd="0" destOrd="0" presId="urn:microsoft.com/office/officeart/2005/8/layout/vProcess5"/>
    <dgm:cxn modelId="{8FB1EE5E-BD43-CC42-B9B3-C3A89729F720}" type="presParOf" srcId="{22A89843-0FF9-974B-AA75-19B9204BAA23}" destId="{F78B55CF-8DB0-2D48-8464-AB53F5B42440}" srcOrd="0" destOrd="0" presId="urn:microsoft.com/office/officeart/2005/8/layout/vProcess5"/>
    <dgm:cxn modelId="{83C06861-3042-7B41-8362-309F540C81A8}" type="presParOf" srcId="{22A89843-0FF9-974B-AA75-19B9204BAA23}" destId="{9F85F9EC-44E5-1944-881F-D543C13A752A}" srcOrd="1" destOrd="0" presId="urn:microsoft.com/office/officeart/2005/8/layout/vProcess5"/>
    <dgm:cxn modelId="{DECAF672-51A2-FF4C-A995-190EE34285F9}" type="presParOf" srcId="{22A89843-0FF9-974B-AA75-19B9204BAA23}" destId="{920509BD-E762-9745-90C2-A31D1603395D}" srcOrd="2" destOrd="0" presId="urn:microsoft.com/office/officeart/2005/8/layout/vProcess5"/>
    <dgm:cxn modelId="{36801FCE-D4F0-AD45-A8E9-0687F0F041CA}" type="presParOf" srcId="{22A89843-0FF9-974B-AA75-19B9204BAA23}" destId="{A7BE889D-4EA4-EC41-B1B2-476C34931E4E}" srcOrd="3" destOrd="0" presId="urn:microsoft.com/office/officeart/2005/8/layout/vProcess5"/>
    <dgm:cxn modelId="{68C7E444-8CBB-684D-8EC2-EA7A41D55DAC}" type="presParOf" srcId="{22A89843-0FF9-974B-AA75-19B9204BAA23}" destId="{0AEA083A-55EE-B34B-8D9C-8AC7963E7AEE}" srcOrd="4" destOrd="0" presId="urn:microsoft.com/office/officeart/2005/8/layout/vProcess5"/>
    <dgm:cxn modelId="{BEEF6012-2344-E548-889E-824A8E1B05BC}" type="presParOf" srcId="{22A89843-0FF9-974B-AA75-19B9204BAA23}" destId="{D8956FF5-FF76-E74E-98D8-76376128223A}" srcOrd="5" destOrd="0" presId="urn:microsoft.com/office/officeart/2005/8/layout/vProcess5"/>
    <dgm:cxn modelId="{BAD60FEB-2280-6E40-9751-229D7077C18A}" type="presParOf" srcId="{22A89843-0FF9-974B-AA75-19B9204BAA23}" destId="{F8833D3A-E836-E540-9A7D-C5F90640A90E}" srcOrd="6" destOrd="0" presId="urn:microsoft.com/office/officeart/2005/8/layout/vProcess5"/>
    <dgm:cxn modelId="{F83A7FAE-FAF2-DA42-ADC1-37C9916B22BE}" type="presParOf" srcId="{22A89843-0FF9-974B-AA75-19B9204BAA23}" destId="{7EE2C0A9-A80B-5946-9B4C-711DCE2027AC}" srcOrd="7" destOrd="0" presId="urn:microsoft.com/office/officeart/2005/8/layout/vProcess5"/>
    <dgm:cxn modelId="{92F62EE5-C8BB-D741-A7BB-AC5F326A9284}" type="presParOf" srcId="{22A89843-0FF9-974B-AA75-19B9204BAA23}" destId="{AF734521-3DE6-EA4C-9C18-C1B8539F077A}" srcOrd="8" destOrd="0" presId="urn:microsoft.com/office/officeart/2005/8/layout/vProcess5"/>
    <dgm:cxn modelId="{F27DFB76-F041-304B-AB3B-7FC89B5F64F7}" type="presParOf" srcId="{22A89843-0FF9-974B-AA75-19B9204BAA23}" destId="{2BA9FFB1-573C-844B-B97E-31B6025CD61F}" srcOrd="9" destOrd="0" presId="urn:microsoft.com/office/officeart/2005/8/layout/vProcess5"/>
    <dgm:cxn modelId="{A6FEAA44-B337-F64C-A176-4526D15C672C}" type="presParOf" srcId="{22A89843-0FF9-974B-AA75-19B9204BAA23}" destId="{BBEB1FF0-B28B-4A49-8597-BA9D1A10019E}" srcOrd="10" destOrd="0" presId="urn:microsoft.com/office/officeart/2005/8/layout/vProcess5"/>
    <dgm:cxn modelId="{D2111D50-2A3C-6D41-ABBD-AD8A53B0B6F8}" type="presParOf" srcId="{22A89843-0FF9-974B-AA75-19B9204BAA23}" destId="{870C5516-A965-EA4C-9971-048CFA405975}" srcOrd="11" destOrd="0" presId="urn:microsoft.com/office/officeart/2005/8/layout/vProcess5"/>
    <dgm:cxn modelId="{9B2414FF-ABD4-804F-9A9F-8B74FBF0BB60}" type="presParOf" srcId="{22A89843-0FF9-974B-AA75-19B9204BAA23}" destId="{243ACDFF-47BD-F34D-A0E9-C827D08D7D5F}" srcOrd="12" destOrd="0" presId="urn:microsoft.com/office/officeart/2005/8/layout/vProcess5"/>
    <dgm:cxn modelId="{F86A7B38-7222-AB4B-A46B-ED21B6E8CFA7}" type="presParOf" srcId="{22A89843-0FF9-974B-AA75-19B9204BAA23}" destId="{6FCBBBB5-DC65-8944-86A2-7E69C2DF7134}" srcOrd="13" destOrd="0" presId="urn:microsoft.com/office/officeart/2005/8/layout/vProcess5"/>
    <dgm:cxn modelId="{F00BCB29-476D-F949-A00B-8B07F282AF5D}" type="presParOf" srcId="{22A89843-0FF9-974B-AA75-19B9204BAA23}" destId="{A983FE3C-60CC-3C4E-8E85-40B1B56778C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7BF47-0B6D-9E45-BAEA-BAC76D6A90DD}">
      <dsp:nvSpPr>
        <dsp:cNvPr id="0" name=""/>
        <dsp:cNvSpPr/>
      </dsp:nvSpPr>
      <dsp:spPr>
        <a:xfrm>
          <a:off x="3404693" y="1458261"/>
          <a:ext cx="667963" cy="32783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9774" y="0"/>
              </a:lnTo>
              <a:lnTo>
                <a:pt x="339774" y="3278316"/>
              </a:lnTo>
              <a:lnTo>
                <a:pt x="667963" y="327831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95BB8-7242-9B49-B49C-8DDCD80E32E8}">
      <dsp:nvSpPr>
        <dsp:cNvPr id="0" name=""/>
        <dsp:cNvSpPr/>
      </dsp:nvSpPr>
      <dsp:spPr>
        <a:xfrm>
          <a:off x="3404693" y="1458261"/>
          <a:ext cx="667963" cy="1867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9774" y="0"/>
              </a:lnTo>
              <a:lnTo>
                <a:pt x="339774" y="1867101"/>
              </a:lnTo>
              <a:lnTo>
                <a:pt x="667963" y="186710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5F749F-537B-C34F-A520-BE69260EB987}">
      <dsp:nvSpPr>
        <dsp:cNvPr id="0" name=""/>
        <dsp:cNvSpPr/>
      </dsp:nvSpPr>
      <dsp:spPr>
        <a:xfrm>
          <a:off x="3404693" y="1458261"/>
          <a:ext cx="667963" cy="455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9774" y="0"/>
              </a:lnTo>
              <a:lnTo>
                <a:pt x="339774" y="455887"/>
              </a:lnTo>
              <a:lnTo>
                <a:pt x="667963" y="45588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0D12F2-75DE-9A4E-BEB6-648A26C40D5B}">
      <dsp:nvSpPr>
        <dsp:cNvPr id="0" name=""/>
        <dsp:cNvSpPr/>
      </dsp:nvSpPr>
      <dsp:spPr>
        <a:xfrm>
          <a:off x="3404693" y="502934"/>
          <a:ext cx="667963" cy="955327"/>
        </a:xfrm>
        <a:custGeom>
          <a:avLst/>
          <a:gdLst/>
          <a:ahLst/>
          <a:cxnLst/>
          <a:rect l="0" t="0" r="0" b="0"/>
          <a:pathLst>
            <a:path>
              <a:moveTo>
                <a:pt x="0" y="955327"/>
              </a:moveTo>
              <a:lnTo>
                <a:pt x="339774" y="955327"/>
              </a:lnTo>
              <a:lnTo>
                <a:pt x="339774" y="0"/>
              </a:lnTo>
              <a:lnTo>
                <a:pt x="667963" y="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2B503-E052-F04E-A6AA-5181C8E311F9}">
      <dsp:nvSpPr>
        <dsp:cNvPr id="0" name=""/>
        <dsp:cNvSpPr/>
      </dsp:nvSpPr>
      <dsp:spPr>
        <a:xfrm>
          <a:off x="122798" y="957772"/>
          <a:ext cx="3281894" cy="1000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User flows are visual step-by-step diagrams that show:</a:t>
          </a:r>
        </a:p>
      </dsp:txBody>
      <dsp:txXfrm>
        <a:off x="122798" y="957772"/>
        <a:ext cx="3281894" cy="1000977"/>
      </dsp:txXfrm>
    </dsp:sp>
    <dsp:sp modelId="{0FFDFFB8-B43A-D840-9E79-EBAE8B3421B7}">
      <dsp:nvSpPr>
        <dsp:cNvPr id="0" name=""/>
        <dsp:cNvSpPr/>
      </dsp:nvSpPr>
      <dsp:spPr>
        <a:xfrm>
          <a:off x="4072657" y="2445"/>
          <a:ext cx="3281894" cy="1000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Where a user starts</a:t>
          </a:r>
        </a:p>
      </dsp:txBody>
      <dsp:txXfrm>
        <a:off x="4072657" y="2445"/>
        <a:ext cx="3281894" cy="1000977"/>
      </dsp:txXfrm>
    </dsp:sp>
    <dsp:sp modelId="{BE2FFF1E-CFEE-DF4E-81C5-DD4B8BB2D6AC}">
      <dsp:nvSpPr>
        <dsp:cNvPr id="0" name=""/>
        <dsp:cNvSpPr/>
      </dsp:nvSpPr>
      <dsp:spPr>
        <a:xfrm>
          <a:off x="4072657" y="1413659"/>
          <a:ext cx="3281894" cy="1000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What actions they take</a:t>
          </a:r>
        </a:p>
      </dsp:txBody>
      <dsp:txXfrm>
        <a:off x="4072657" y="1413659"/>
        <a:ext cx="3281894" cy="1000977"/>
      </dsp:txXfrm>
    </dsp:sp>
    <dsp:sp modelId="{A4C0A1AE-3988-B24F-9361-022EEDC004A9}">
      <dsp:nvSpPr>
        <dsp:cNvPr id="0" name=""/>
        <dsp:cNvSpPr/>
      </dsp:nvSpPr>
      <dsp:spPr>
        <a:xfrm>
          <a:off x="4072657" y="2824874"/>
          <a:ext cx="3281894" cy="1000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What decisions they make</a:t>
          </a:r>
        </a:p>
      </dsp:txBody>
      <dsp:txXfrm>
        <a:off x="4072657" y="2824874"/>
        <a:ext cx="3281894" cy="1000977"/>
      </dsp:txXfrm>
    </dsp:sp>
    <dsp:sp modelId="{0063A002-4971-FB46-BE36-04C6249A47AA}">
      <dsp:nvSpPr>
        <dsp:cNvPr id="0" name=""/>
        <dsp:cNvSpPr/>
      </dsp:nvSpPr>
      <dsp:spPr>
        <a:xfrm>
          <a:off x="4072657" y="4236089"/>
          <a:ext cx="3281894" cy="1000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Where they finish</a:t>
          </a:r>
        </a:p>
      </dsp:txBody>
      <dsp:txXfrm>
        <a:off x="4072657" y="4236089"/>
        <a:ext cx="3281894" cy="10009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280BB-5E3C-4512-B0CF-E939137EBE8A}">
      <dsp:nvSpPr>
        <dsp:cNvPr id="0" name=""/>
        <dsp:cNvSpPr/>
      </dsp:nvSpPr>
      <dsp:spPr>
        <a:xfrm>
          <a:off x="0" y="611"/>
          <a:ext cx="7306056" cy="14313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FFA78-EDFE-492C-9380-01ED5DCEC7DE}">
      <dsp:nvSpPr>
        <dsp:cNvPr id="0" name=""/>
        <dsp:cNvSpPr/>
      </dsp:nvSpPr>
      <dsp:spPr>
        <a:xfrm>
          <a:off x="432980" y="322663"/>
          <a:ext cx="787236" cy="787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322C2-A7C3-4825-874F-BDEB59B73EF0}">
      <dsp:nvSpPr>
        <dsp:cNvPr id="0" name=""/>
        <dsp:cNvSpPr/>
      </dsp:nvSpPr>
      <dsp:spPr>
        <a:xfrm>
          <a:off x="1653197" y="611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Customer posts a task</a:t>
          </a:r>
        </a:p>
      </dsp:txBody>
      <dsp:txXfrm>
        <a:off x="1653197" y="611"/>
        <a:ext cx="5652858" cy="1431339"/>
      </dsp:txXfrm>
    </dsp:sp>
    <dsp:sp modelId="{5ED38D55-B2F8-4F07-826F-20294F40CEA1}">
      <dsp:nvSpPr>
        <dsp:cNvPr id="0" name=""/>
        <dsp:cNvSpPr/>
      </dsp:nvSpPr>
      <dsp:spPr>
        <a:xfrm>
          <a:off x="0" y="1789786"/>
          <a:ext cx="7306056" cy="14313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5D7E6-716B-4FD4-9FBF-0EB2D7B10464}">
      <dsp:nvSpPr>
        <dsp:cNvPr id="0" name=""/>
        <dsp:cNvSpPr/>
      </dsp:nvSpPr>
      <dsp:spPr>
        <a:xfrm>
          <a:off x="432980" y="2111837"/>
          <a:ext cx="787236" cy="787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DCB75-C53B-4F23-81A5-6C297DD64C33}">
      <dsp:nvSpPr>
        <dsp:cNvPr id="0" name=""/>
        <dsp:cNvSpPr/>
      </dsp:nvSpPr>
      <dsp:spPr>
        <a:xfrm>
          <a:off x="1653197" y="1789786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Customer hires a freelancer (direct booking)</a:t>
          </a:r>
        </a:p>
      </dsp:txBody>
      <dsp:txXfrm>
        <a:off x="1653197" y="1789786"/>
        <a:ext cx="5652858" cy="1431339"/>
      </dsp:txXfrm>
    </dsp:sp>
    <dsp:sp modelId="{DAA26047-6DBD-450B-A074-EAF307F9C8EC}">
      <dsp:nvSpPr>
        <dsp:cNvPr id="0" name=""/>
        <dsp:cNvSpPr/>
      </dsp:nvSpPr>
      <dsp:spPr>
        <a:xfrm>
          <a:off x="0" y="3578960"/>
          <a:ext cx="7306056" cy="14313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41C1C-5261-49B3-BD42-CEFF48F059AB}">
      <dsp:nvSpPr>
        <dsp:cNvPr id="0" name=""/>
        <dsp:cNvSpPr/>
      </dsp:nvSpPr>
      <dsp:spPr>
        <a:xfrm>
          <a:off x="432980" y="3901012"/>
          <a:ext cx="787236" cy="787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37223-CE79-4DBC-9E1B-A72F1290F144}">
      <dsp:nvSpPr>
        <dsp:cNvPr id="0" name=""/>
        <dsp:cNvSpPr/>
      </dsp:nvSpPr>
      <dsp:spPr>
        <a:xfrm>
          <a:off x="1653197" y="3578960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Freelancer onboarding</a:t>
          </a:r>
        </a:p>
      </dsp:txBody>
      <dsp:txXfrm>
        <a:off x="1653197" y="3578960"/>
        <a:ext cx="5652858" cy="14313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FF3BC-7591-4B44-9E7C-D2407901C334}">
      <dsp:nvSpPr>
        <dsp:cNvPr id="0" name=""/>
        <dsp:cNvSpPr/>
      </dsp:nvSpPr>
      <dsp:spPr>
        <a:xfrm>
          <a:off x="0" y="458"/>
          <a:ext cx="6153912" cy="63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5ADA1-564C-4CF3-A63C-D8C59C8739A1}">
      <dsp:nvSpPr>
        <dsp:cNvPr id="0" name=""/>
        <dsp:cNvSpPr/>
      </dsp:nvSpPr>
      <dsp:spPr>
        <a:xfrm>
          <a:off x="190988" y="142515"/>
          <a:ext cx="347251" cy="3472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F773B-D406-455A-B45D-46C706456641}">
      <dsp:nvSpPr>
        <dsp:cNvPr id="0" name=""/>
        <dsp:cNvSpPr/>
      </dsp:nvSpPr>
      <dsp:spPr>
        <a:xfrm>
          <a:off x="729227" y="458"/>
          <a:ext cx="5424684" cy="63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0" tIns="66820" rIns="66820" bIns="668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Register</a:t>
          </a:r>
        </a:p>
      </dsp:txBody>
      <dsp:txXfrm>
        <a:off x="729227" y="458"/>
        <a:ext cx="5424684" cy="631365"/>
      </dsp:txXfrm>
    </dsp:sp>
    <dsp:sp modelId="{89BDA6F9-C81C-4D5A-AD8E-A688E4115E16}">
      <dsp:nvSpPr>
        <dsp:cNvPr id="0" name=""/>
        <dsp:cNvSpPr/>
      </dsp:nvSpPr>
      <dsp:spPr>
        <a:xfrm>
          <a:off x="0" y="789666"/>
          <a:ext cx="6153912" cy="63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BE618-DF54-478E-BAC6-5BBBE6E0CB21}">
      <dsp:nvSpPr>
        <dsp:cNvPr id="0" name=""/>
        <dsp:cNvSpPr/>
      </dsp:nvSpPr>
      <dsp:spPr>
        <a:xfrm>
          <a:off x="190988" y="931723"/>
          <a:ext cx="347251" cy="3472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B6FAE7-535A-43A4-BA84-825B76F74D9E}">
      <dsp:nvSpPr>
        <dsp:cNvPr id="0" name=""/>
        <dsp:cNvSpPr/>
      </dsp:nvSpPr>
      <dsp:spPr>
        <a:xfrm>
          <a:off x="729227" y="789666"/>
          <a:ext cx="5424684" cy="63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0" tIns="66820" rIns="66820" bIns="668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profile</a:t>
          </a:r>
        </a:p>
      </dsp:txBody>
      <dsp:txXfrm>
        <a:off x="729227" y="789666"/>
        <a:ext cx="5424684" cy="631365"/>
      </dsp:txXfrm>
    </dsp:sp>
    <dsp:sp modelId="{D1A5978B-13D5-4DBA-9381-ACBBCD91AC28}">
      <dsp:nvSpPr>
        <dsp:cNvPr id="0" name=""/>
        <dsp:cNvSpPr/>
      </dsp:nvSpPr>
      <dsp:spPr>
        <a:xfrm>
          <a:off x="0" y="1578873"/>
          <a:ext cx="6153912" cy="63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964718-2F18-466C-B0E6-905F8339C286}">
      <dsp:nvSpPr>
        <dsp:cNvPr id="0" name=""/>
        <dsp:cNvSpPr/>
      </dsp:nvSpPr>
      <dsp:spPr>
        <a:xfrm>
          <a:off x="190988" y="1720930"/>
          <a:ext cx="347251" cy="3472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4AF84-2E53-4DCA-894D-0D8F52E26014}">
      <dsp:nvSpPr>
        <dsp:cNvPr id="0" name=""/>
        <dsp:cNvSpPr/>
      </dsp:nvSpPr>
      <dsp:spPr>
        <a:xfrm>
          <a:off x="729227" y="1578873"/>
          <a:ext cx="5424684" cy="63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0" tIns="66820" rIns="66820" bIns="668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skills &amp; pricing</a:t>
          </a:r>
        </a:p>
      </dsp:txBody>
      <dsp:txXfrm>
        <a:off x="729227" y="1578873"/>
        <a:ext cx="5424684" cy="631365"/>
      </dsp:txXfrm>
    </dsp:sp>
    <dsp:sp modelId="{A190524F-B5D2-439F-A424-D23CCAB78AC4}">
      <dsp:nvSpPr>
        <dsp:cNvPr id="0" name=""/>
        <dsp:cNvSpPr/>
      </dsp:nvSpPr>
      <dsp:spPr>
        <a:xfrm>
          <a:off x="0" y="2368081"/>
          <a:ext cx="6153912" cy="63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71F4F2-B211-4541-9842-38E59C417CF1}">
      <dsp:nvSpPr>
        <dsp:cNvPr id="0" name=""/>
        <dsp:cNvSpPr/>
      </dsp:nvSpPr>
      <dsp:spPr>
        <a:xfrm>
          <a:off x="190988" y="2510138"/>
          <a:ext cx="347251" cy="3472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7A590-B9AE-4205-9272-EBCD7322DE05}">
      <dsp:nvSpPr>
        <dsp:cNvPr id="0" name=""/>
        <dsp:cNvSpPr/>
      </dsp:nvSpPr>
      <dsp:spPr>
        <a:xfrm>
          <a:off x="729227" y="2368081"/>
          <a:ext cx="5424684" cy="63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0" tIns="66820" rIns="66820" bIns="668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Set available time</a:t>
          </a:r>
        </a:p>
      </dsp:txBody>
      <dsp:txXfrm>
        <a:off x="729227" y="2368081"/>
        <a:ext cx="5424684" cy="631365"/>
      </dsp:txXfrm>
    </dsp:sp>
    <dsp:sp modelId="{651AC05A-C227-45AD-881B-3D5EB21F082D}">
      <dsp:nvSpPr>
        <dsp:cNvPr id="0" name=""/>
        <dsp:cNvSpPr/>
      </dsp:nvSpPr>
      <dsp:spPr>
        <a:xfrm>
          <a:off x="0" y="3157288"/>
          <a:ext cx="6153912" cy="63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6D764-7889-4A54-9CD6-2D428594BB85}">
      <dsp:nvSpPr>
        <dsp:cNvPr id="0" name=""/>
        <dsp:cNvSpPr/>
      </dsp:nvSpPr>
      <dsp:spPr>
        <a:xfrm>
          <a:off x="190988" y="3299345"/>
          <a:ext cx="347251" cy="3472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CBBF5-BC37-4143-8D90-CD3E7226CBDE}">
      <dsp:nvSpPr>
        <dsp:cNvPr id="0" name=""/>
        <dsp:cNvSpPr/>
      </dsp:nvSpPr>
      <dsp:spPr>
        <a:xfrm>
          <a:off x="729227" y="3157288"/>
          <a:ext cx="5424684" cy="63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0" tIns="66820" rIns="66820" bIns="668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Submit relevant documents</a:t>
          </a:r>
        </a:p>
      </dsp:txBody>
      <dsp:txXfrm>
        <a:off x="729227" y="3157288"/>
        <a:ext cx="5424684" cy="631365"/>
      </dsp:txXfrm>
    </dsp:sp>
    <dsp:sp modelId="{EF24A0AB-F740-43C7-89A0-8973153C4C64}">
      <dsp:nvSpPr>
        <dsp:cNvPr id="0" name=""/>
        <dsp:cNvSpPr/>
      </dsp:nvSpPr>
      <dsp:spPr>
        <a:xfrm>
          <a:off x="0" y="3946495"/>
          <a:ext cx="6153912" cy="63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EF8E8-7F6D-4A70-B686-E833B920A434}">
      <dsp:nvSpPr>
        <dsp:cNvPr id="0" name=""/>
        <dsp:cNvSpPr/>
      </dsp:nvSpPr>
      <dsp:spPr>
        <a:xfrm>
          <a:off x="190988" y="4088553"/>
          <a:ext cx="347251" cy="34725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3D9DB-155E-4A11-85C0-97968360302C}">
      <dsp:nvSpPr>
        <dsp:cNvPr id="0" name=""/>
        <dsp:cNvSpPr/>
      </dsp:nvSpPr>
      <dsp:spPr>
        <a:xfrm>
          <a:off x="729227" y="3946495"/>
          <a:ext cx="5424684" cy="63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0" tIns="66820" rIns="66820" bIns="668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Verification and Admin approves</a:t>
          </a:r>
        </a:p>
      </dsp:txBody>
      <dsp:txXfrm>
        <a:off x="729227" y="3946495"/>
        <a:ext cx="5424684" cy="631365"/>
      </dsp:txXfrm>
    </dsp:sp>
    <dsp:sp modelId="{2FA47857-9D0A-480C-A82C-AFC665563F2C}">
      <dsp:nvSpPr>
        <dsp:cNvPr id="0" name=""/>
        <dsp:cNvSpPr/>
      </dsp:nvSpPr>
      <dsp:spPr>
        <a:xfrm>
          <a:off x="0" y="4735703"/>
          <a:ext cx="6153912" cy="63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1CDE9-02BA-4849-A347-08963393DC8F}">
      <dsp:nvSpPr>
        <dsp:cNvPr id="0" name=""/>
        <dsp:cNvSpPr/>
      </dsp:nvSpPr>
      <dsp:spPr>
        <a:xfrm>
          <a:off x="190988" y="4877760"/>
          <a:ext cx="347251" cy="34725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E3155-602D-4056-BEC8-B3054274DA3D}">
      <dsp:nvSpPr>
        <dsp:cNvPr id="0" name=""/>
        <dsp:cNvSpPr/>
      </dsp:nvSpPr>
      <dsp:spPr>
        <a:xfrm>
          <a:off x="729227" y="4735703"/>
          <a:ext cx="5424684" cy="63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0" tIns="66820" rIns="66820" bIns="668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Account becomes active</a:t>
          </a:r>
        </a:p>
      </dsp:txBody>
      <dsp:txXfrm>
        <a:off x="729227" y="4735703"/>
        <a:ext cx="5424684" cy="6313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C27B0-FF02-D94B-819A-27873B628C32}">
      <dsp:nvSpPr>
        <dsp:cNvPr id="0" name=""/>
        <dsp:cNvSpPr/>
      </dsp:nvSpPr>
      <dsp:spPr>
        <a:xfrm>
          <a:off x="0" y="4498921"/>
          <a:ext cx="7488936" cy="738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Task status = OPEN</a:t>
          </a:r>
        </a:p>
      </dsp:txBody>
      <dsp:txXfrm>
        <a:off x="0" y="4498921"/>
        <a:ext cx="7488936" cy="738085"/>
      </dsp:txXfrm>
    </dsp:sp>
    <dsp:sp modelId="{81E68524-7B8C-3541-9F11-6B43BC42A643}">
      <dsp:nvSpPr>
        <dsp:cNvPr id="0" name=""/>
        <dsp:cNvSpPr/>
      </dsp:nvSpPr>
      <dsp:spPr>
        <a:xfrm rot="10800000">
          <a:off x="0" y="3374817"/>
          <a:ext cx="7488936" cy="113517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Submit</a:t>
          </a:r>
        </a:p>
      </dsp:txBody>
      <dsp:txXfrm rot="10800000">
        <a:off x="0" y="3374817"/>
        <a:ext cx="7488936" cy="737603"/>
      </dsp:txXfrm>
    </dsp:sp>
    <dsp:sp modelId="{E98019C4-6348-A742-827A-C1F02762FA76}">
      <dsp:nvSpPr>
        <dsp:cNvPr id="0" name=""/>
        <dsp:cNvSpPr/>
      </dsp:nvSpPr>
      <dsp:spPr>
        <a:xfrm rot="10800000">
          <a:off x="0" y="2250713"/>
          <a:ext cx="7488936" cy="113517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Fill task details (category, budget, date, location)</a:t>
          </a:r>
        </a:p>
      </dsp:txBody>
      <dsp:txXfrm rot="10800000">
        <a:off x="0" y="2250713"/>
        <a:ext cx="7488936" cy="737603"/>
      </dsp:txXfrm>
    </dsp:sp>
    <dsp:sp modelId="{3476D1D1-10CB-374C-8A0E-B8502F43C890}">
      <dsp:nvSpPr>
        <dsp:cNvPr id="0" name=""/>
        <dsp:cNvSpPr/>
      </dsp:nvSpPr>
      <dsp:spPr>
        <a:xfrm rot="10800000">
          <a:off x="0" y="1126608"/>
          <a:ext cx="7488936" cy="113517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Click “Post a Task”</a:t>
          </a:r>
        </a:p>
      </dsp:txBody>
      <dsp:txXfrm rot="10800000">
        <a:off x="0" y="1126608"/>
        <a:ext cx="7488936" cy="737603"/>
      </dsp:txXfrm>
    </dsp:sp>
    <dsp:sp modelId="{40B84ABA-8E12-8742-8172-A5102537D5CF}">
      <dsp:nvSpPr>
        <dsp:cNvPr id="0" name=""/>
        <dsp:cNvSpPr/>
      </dsp:nvSpPr>
      <dsp:spPr>
        <a:xfrm rot="10800000">
          <a:off x="0" y="2504"/>
          <a:ext cx="7488936" cy="113517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Login</a:t>
          </a:r>
        </a:p>
      </dsp:txBody>
      <dsp:txXfrm rot="10800000">
        <a:off x="0" y="2504"/>
        <a:ext cx="7488936" cy="7376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94B79-711B-B544-AF00-2A75B48793A0}">
      <dsp:nvSpPr>
        <dsp:cNvPr id="0" name=""/>
        <dsp:cNvSpPr/>
      </dsp:nvSpPr>
      <dsp:spPr>
        <a:xfrm>
          <a:off x="1778777" y="1164079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90" y="1207757"/>
        <a:ext cx="20422" cy="4084"/>
      </dsp:txXfrm>
    </dsp:sp>
    <dsp:sp modelId="{516E67A0-7FF9-F642-A220-8090D97D3ED5}">
      <dsp:nvSpPr>
        <dsp:cNvPr id="0" name=""/>
        <dsp:cNvSpPr/>
      </dsp:nvSpPr>
      <dsp:spPr>
        <a:xfrm>
          <a:off x="4717" y="677041"/>
          <a:ext cx="1775860" cy="10655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Search service</a:t>
          </a:r>
        </a:p>
      </dsp:txBody>
      <dsp:txXfrm>
        <a:off x="4717" y="677041"/>
        <a:ext cx="1775860" cy="1065516"/>
      </dsp:txXfrm>
    </dsp:sp>
    <dsp:sp modelId="{329ADD35-45F7-DE4C-BA55-D6793980996A}">
      <dsp:nvSpPr>
        <dsp:cNvPr id="0" name=""/>
        <dsp:cNvSpPr/>
      </dsp:nvSpPr>
      <dsp:spPr>
        <a:xfrm>
          <a:off x="3963086" y="1164079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1798" y="1207757"/>
        <a:ext cx="20422" cy="4084"/>
      </dsp:txXfrm>
    </dsp:sp>
    <dsp:sp modelId="{904D638C-290D-DD46-BB8E-BB312F9921B1}">
      <dsp:nvSpPr>
        <dsp:cNvPr id="0" name=""/>
        <dsp:cNvSpPr/>
      </dsp:nvSpPr>
      <dsp:spPr>
        <a:xfrm>
          <a:off x="2189025" y="677041"/>
          <a:ext cx="1775860" cy="10655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Select freelancer</a:t>
          </a:r>
        </a:p>
      </dsp:txBody>
      <dsp:txXfrm>
        <a:off x="2189025" y="677041"/>
        <a:ext cx="1775860" cy="1065516"/>
      </dsp:txXfrm>
    </dsp:sp>
    <dsp:sp modelId="{F373A83E-5307-DD46-9774-BCF1FD9118DC}">
      <dsp:nvSpPr>
        <dsp:cNvPr id="0" name=""/>
        <dsp:cNvSpPr/>
      </dsp:nvSpPr>
      <dsp:spPr>
        <a:xfrm>
          <a:off x="892647" y="1740758"/>
          <a:ext cx="4368616" cy="377847"/>
        </a:xfrm>
        <a:custGeom>
          <a:avLst/>
          <a:gdLst/>
          <a:ahLst/>
          <a:cxnLst/>
          <a:rect l="0" t="0" r="0" b="0"/>
          <a:pathLst>
            <a:path>
              <a:moveTo>
                <a:pt x="4368616" y="0"/>
              </a:moveTo>
              <a:lnTo>
                <a:pt x="4368616" y="206023"/>
              </a:lnTo>
              <a:lnTo>
                <a:pt x="0" y="206023"/>
              </a:lnTo>
              <a:lnTo>
                <a:pt x="0" y="37784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67264" y="1927639"/>
        <a:ext cx="219383" cy="4084"/>
      </dsp:txXfrm>
    </dsp:sp>
    <dsp:sp modelId="{5AD5DB12-9E96-2E46-B44F-E52003911F2C}">
      <dsp:nvSpPr>
        <dsp:cNvPr id="0" name=""/>
        <dsp:cNvSpPr/>
      </dsp:nvSpPr>
      <dsp:spPr>
        <a:xfrm>
          <a:off x="4373334" y="677041"/>
          <a:ext cx="1775860" cy="106551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View profile (rating, price, reviews)</a:t>
          </a:r>
        </a:p>
      </dsp:txBody>
      <dsp:txXfrm>
        <a:off x="4373334" y="677041"/>
        <a:ext cx="1775860" cy="1065516"/>
      </dsp:txXfrm>
    </dsp:sp>
    <dsp:sp modelId="{DF83B5F6-0209-314C-8953-CB97D61A514B}">
      <dsp:nvSpPr>
        <dsp:cNvPr id="0" name=""/>
        <dsp:cNvSpPr/>
      </dsp:nvSpPr>
      <dsp:spPr>
        <a:xfrm>
          <a:off x="1778777" y="2638044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57490" y="2681721"/>
        <a:ext cx="20422" cy="4084"/>
      </dsp:txXfrm>
    </dsp:sp>
    <dsp:sp modelId="{B2407F7A-152B-C648-A622-34487CAB5B03}">
      <dsp:nvSpPr>
        <dsp:cNvPr id="0" name=""/>
        <dsp:cNvSpPr/>
      </dsp:nvSpPr>
      <dsp:spPr>
        <a:xfrm>
          <a:off x="4717" y="2151005"/>
          <a:ext cx="1775860" cy="106551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Click “Book”</a:t>
          </a:r>
        </a:p>
      </dsp:txBody>
      <dsp:txXfrm>
        <a:off x="4717" y="2151005"/>
        <a:ext cx="1775860" cy="1065516"/>
      </dsp:txXfrm>
    </dsp:sp>
    <dsp:sp modelId="{CEAA178C-2F82-5341-9450-2ACB117EC658}">
      <dsp:nvSpPr>
        <dsp:cNvPr id="0" name=""/>
        <dsp:cNvSpPr/>
      </dsp:nvSpPr>
      <dsp:spPr>
        <a:xfrm>
          <a:off x="3963086" y="2638044"/>
          <a:ext cx="37784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7847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1798" y="2681721"/>
        <a:ext cx="20422" cy="4084"/>
      </dsp:txXfrm>
    </dsp:sp>
    <dsp:sp modelId="{C5371A8A-0E2E-BD4C-9B6B-09B6F7A22B84}">
      <dsp:nvSpPr>
        <dsp:cNvPr id="0" name=""/>
        <dsp:cNvSpPr/>
      </dsp:nvSpPr>
      <dsp:spPr>
        <a:xfrm>
          <a:off x="2189025" y="2151005"/>
          <a:ext cx="1775860" cy="106551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Choose date</a:t>
          </a:r>
        </a:p>
      </dsp:txBody>
      <dsp:txXfrm>
        <a:off x="2189025" y="2151005"/>
        <a:ext cx="1775860" cy="1065516"/>
      </dsp:txXfrm>
    </dsp:sp>
    <dsp:sp modelId="{52354A7F-FBC6-A84F-9457-00C72B4AABBF}">
      <dsp:nvSpPr>
        <dsp:cNvPr id="0" name=""/>
        <dsp:cNvSpPr/>
      </dsp:nvSpPr>
      <dsp:spPr>
        <a:xfrm>
          <a:off x="892647" y="3214722"/>
          <a:ext cx="4368616" cy="377847"/>
        </a:xfrm>
        <a:custGeom>
          <a:avLst/>
          <a:gdLst/>
          <a:ahLst/>
          <a:cxnLst/>
          <a:rect l="0" t="0" r="0" b="0"/>
          <a:pathLst>
            <a:path>
              <a:moveTo>
                <a:pt x="4368616" y="0"/>
              </a:moveTo>
              <a:lnTo>
                <a:pt x="4368616" y="206023"/>
              </a:lnTo>
              <a:lnTo>
                <a:pt x="0" y="206023"/>
              </a:lnTo>
              <a:lnTo>
                <a:pt x="0" y="37784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67264" y="3401603"/>
        <a:ext cx="219383" cy="4084"/>
      </dsp:txXfrm>
    </dsp:sp>
    <dsp:sp modelId="{120A3CBF-1C6A-F34A-86F8-7163859DAA47}">
      <dsp:nvSpPr>
        <dsp:cNvPr id="0" name=""/>
        <dsp:cNvSpPr/>
      </dsp:nvSpPr>
      <dsp:spPr>
        <a:xfrm>
          <a:off x="4373334" y="2151005"/>
          <a:ext cx="1775860" cy="10655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Job assigned</a:t>
          </a:r>
        </a:p>
      </dsp:txBody>
      <dsp:txXfrm>
        <a:off x="4373334" y="2151005"/>
        <a:ext cx="1775860" cy="1065516"/>
      </dsp:txXfrm>
    </dsp:sp>
    <dsp:sp modelId="{535997DE-F6E4-EC4F-97C9-85A01932F79D}">
      <dsp:nvSpPr>
        <dsp:cNvPr id="0" name=""/>
        <dsp:cNvSpPr/>
      </dsp:nvSpPr>
      <dsp:spPr>
        <a:xfrm>
          <a:off x="4717" y="3624969"/>
          <a:ext cx="1775860" cy="10655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019" tIns="91341" rIns="87019" bIns="9134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Pay</a:t>
          </a:r>
        </a:p>
      </dsp:txBody>
      <dsp:txXfrm>
        <a:off x="4717" y="3624969"/>
        <a:ext cx="1775860" cy="10655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5F9EC-44E5-1944-881F-D543C13A752A}">
      <dsp:nvSpPr>
        <dsp:cNvPr id="0" name=""/>
        <dsp:cNvSpPr/>
      </dsp:nvSpPr>
      <dsp:spPr>
        <a:xfrm>
          <a:off x="0" y="0"/>
          <a:ext cx="4731471" cy="9052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Are steps logical and simple?</a:t>
          </a:r>
        </a:p>
      </dsp:txBody>
      <dsp:txXfrm>
        <a:off x="26514" y="26514"/>
        <a:ext cx="3648714" cy="852227"/>
      </dsp:txXfrm>
    </dsp:sp>
    <dsp:sp modelId="{920509BD-E762-9745-90C2-A31D1603395D}">
      <dsp:nvSpPr>
        <dsp:cNvPr id="0" name=""/>
        <dsp:cNvSpPr/>
      </dsp:nvSpPr>
      <dsp:spPr>
        <a:xfrm>
          <a:off x="353324" y="1030985"/>
          <a:ext cx="4731471" cy="9052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Are decision points clear?</a:t>
          </a:r>
        </a:p>
      </dsp:txBody>
      <dsp:txXfrm>
        <a:off x="379838" y="1057499"/>
        <a:ext cx="3736702" cy="852228"/>
      </dsp:txXfrm>
    </dsp:sp>
    <dsp:sp modelId="{A7BE889D-4EA4-EC41-B1B2-476C34931E4E}">
      <dsp:nvSpPr>
        <dsp:cNvPr id="0" name=""/>
        <dsp:cNvSpPr/>
      </dsp:nvSpPr>
      <dsp:spPr>
        <a:xfrm>
          <a:off x="706648" y="2061971"/>
          <a:ext cx="4731471" cy="9052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Is the final outcome clear?</a:t>
          </a:r>
        </a:p>
      </dsp:txBody>
      <dsp:txXfrm>
        <a:off x="733162" y="2088485"/>
        <a:ext cx="3736702" cy="852227"/>
      </dsp:txXfrm>
    </dsp:sp>
    <dsp:sp modelId="{0AEA083A-55EE-B34B-8D9C-8AC7963E7AEE}">
      <dsp:nvSpPr>
        <dsp:cNvPr id="0" name=""/>
        <dsp:cNvSpPr/>
      </dsp:nvSpPr>
      <dsp:spPr>
        <a:xfrm>
          <a:off x="1059972" y="3092957"/>
          <a:ext cx="4731471" cy="905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Any steps to be added ?</a:t>
          </a:r>
        </a:p>
      </dsp:txBody>
      <dsp:txXfrm>
        <a:off x="1086486" y="3119471"/>
        <a:ext cx="3736702" cy="852227"/>
      </dsp:txXfrm>
    </dsp:sp>
    <dsp:sp modelId="{D8956FF5-FF76-E74E-98D8-76376128223A}">
      <dsp:nvSpPr>
        <dsp:cNvPr id="0" name=""/>
        <dsp:cNvSpPr/>
      </dsp:nvSpPr>
      <dsp:spPr>
        <a:xfrm>
          <a:off x="1413296" y="4123943"/>
          <a:ext cx="4731471" cy="90525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Any unnecessary steps be removed ?</a:t>
          </a:r>
        </a:p>
      </dsp:txBody>
      <dsp:txXfrm>
        <a:off x="1439810" y="4150457"/>
        <a:ext cx="3736702" cy="852228"/>
      </dsp:txXfrm>
    </dsp:sp>
    <dsp:sp modelId="{F8833D3A-E836-E540-9A7D-C5F90640A90E}">
      <dsp:nvSpPr>
        <dsp:cNvPr id="0" name=""/>
        <dsp:cNvSpPr/>
      </dsp:nvSpPr>
      <dsp:spPr>
        <a:xfrm>
          <a:off x="4143054" y="661339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275448" y="661339"/>
        <a:ext cx="323628" cy="442783"/>
      </dsp:txXfrm>
    </dsp:sp>
    <dsp:sp modelId="{7EE2C0A9-A80B-5946-9B4C-711DCE2027AC}">
      <dsp:nvSpPr>
        <dsp:cNvPr id="0" name=""/>
        <dsp:cNvSpPr/>
      </dsp:nvSpPr>
      <dsp:spPr>
        <a:xfrm>
          <a:off x="4496379" y="1692325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628773" y="1692325"/>
        <a:ext cx="323628" cy="442783"/>
      </dsp:txXfrm>
    </dsp:sp>
    <dsp:sp modelId="{AF734521-3DE6-EA4C-9C18-C1B8539F077A}">
      <dsp:nvSpPr>
        <dsp:cNvPr id="0" name=""/>
        <dsp:cNvSpPr/>
      </dsp:nvSpPr>
      <dsp:spPr>
        <a:xfrm>
          <a:off x="4849703" y="2708224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982097" y="2708224"/>
        <a:ext cx="323628" cy="442783"/>
      </dsp:txXfrm>
    </dsp:sp>
    <dsp:sp modelId="{2BA9FFB1-573C-844B-B97E-31B6025CD61F}">
      <dsp:nvSpPr>
        <dsp:cNvPr id="0" name=""/>
        <dsp:cNvSpPr/>
      </dsp:nvSpPr>
      <dsp:spPr>
        <a:xfrm>
          <a:off x="5203027" y="3749268"/>
          <a:ext cx="588416" cy="58841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335421" y="3749268"/>
        <a:ext cx="323628" cy="442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331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412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615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05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829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945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024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354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202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681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841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3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65B7D-6636-97CB-356F-E43680D24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9" y="3064586"/>
            <a:ext cx="4517118" cy="1706533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Gig &amp; Local Services Marketplace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Ding-dong </a:t>
            </a:r>
          </a:p>
          <a:p>
            <a:pPr indent="-228600">
              <a:lnSpc>
                <a:spcPct val="100000"/>
              </a:lnSpc>
              <a:buFont typeface="Neue Haas Grotesk Text Pro" panose="020B0504020202020204" pitchFamily="34" charset="0"/>
              <a:buChar char="-"/>
            </a:pPr>
            <a:endParaRPr lang="en-US" sz="1800" dirty="0"/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3800" dirty="0"/>
              <a:t>Md Abdul Wazed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761A13-00AF-7B78-91A4-46D43D07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1" r="2" b="2"/>
          <a:stretch>
            <a:fillRect/>
          </a:stretch>
        </p:blipFill>
        <p:spPr>
          <a:xfrm>
            <a:off x="4381483" y="965741"/>
            <a:ext cx="7027273" cy="5380268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DB952-CD88-030A-D228-EDF36777A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6625180" cy="19617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 kern="1200" cap="none" baseline="0" dirty="0">
                <a:latin typeface="+mj-lt"/>
                <a:ea typeface="+mj-ea"/>
                <a:cs typeface="+mj-cs"/>
              </a:rPr>
              <a:t>UI/UX Design – Designing user flows</a:t>
            </a:r>
          </a:p>
        </p:txBody>
      </p:sp>
    </p:spTree>
    <p:extLst>
      <p:ext uri="{BB962C8B-B14F-4D97-AF65-F5344CB8AC3E}">
        <p14:creationId xmlns:p14="http://schemas.microsoft.com/office/powerpoint/2010/main" val="308696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C012A-5B8D-6747-00CD-733547D6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/>
              <a:t>What Are User Flows?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224F80-59B2-3522-BCF9-15E3ED972E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320409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23A7EEDD-8BB0-BCC4-59C4-58CAA1A2E903}"/>
              </a:ext>
            </a:extLst>
          </p:cNvPr>
          <p:cNvGrpSpPr/>
          <p:nvPr/>
        </p:nvGrpSpPr>
        <p:grpSpPr>
          <a:xfrm>
            <a:off x="1918804" y="5216943"/>
            <a:ext cx="5361672" cy="1000977"/>
            <a:chOff x="134383" y="3530481"/>
            <a:chExt cx="3281894" cy="10009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8DD836-B0A1-40A7-7528-24F2B930DE33}"/>
                </a:ext>
              </a:extLst>
            </p:cNvPr>
            <p:cNvSpPr/>
            <p:nvPr/>
          </p:nvSpPr>
          <p:spPr>
            <a:xfrm>
              <a:off x="134383" y="3530481"/>
              <a:ext cx="3281894" cy="100097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45D0F1-8D3D-ED19-D40C-560B57CDC114}"/>
                </a:ext>
              </a:extLst>
            </p:cNvPr>
            <p:cNvSpPr txBox="1"/>
            <p:nvPr/>
          </p:nvSpPr>
          <p:spPr>
            <a:xfrm>
              <a:off x="134383" y="3530481"/>
              <a:ext cx="3281894" cy="10009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They help us understand how users move through the system to complete a task.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5360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1353-364F-FD20-858C-FB3C4C3F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1967"/>
          </a:xfrm>
        </p:spPr>
        <p:txBody>
          <a:bodyPr/>
          <a:lstStyle/>
          <a:p>
            <a:r>
              <a:rPr lang="en-US" dirty="0"/>
              <a:t>Why User Flows Are Important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7507-1A0E-15E9-4736-896AE0F9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671560"/>
            <a:ext cx="4687400" cy="256055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User flows help us:</a:t>
            </a:r>
          </a:p>
          <a:p>
            <a:pPr lvl="1"/>
            <a:r>
              <a:rPr lang="en-US" dirty="0"/>
              <a:t>Make tasks simple and clear</a:t>
            </a:r>
          </a:p>
          <a:p>
            <a:pPr lvl="1"/>
            <a:r>
              <a:rPr lang="en-US" dirty="0"/>
              <a:t>Reduce confusion</a:t>
            </a:r>
          </a:p>
          <a:p>
            <a:pPr lvl="1"/>
            <a:r>
              <a:rPr lang="en-US" dirty="0"/>
              <a:t>Avoid unnecessary steps</a:t>
            </a:r>
          </a:p>
          <a:p>
            <a:pPr lvl="1"/>
            <a:r>
              <a:rPr lang="en-US" dirty="0"/>
              <a:t>Connect UI design with backend logic</a:t>
            </a:r>
          </a:p>
          <a:p>
            <a:pPr lvl="1"/>
            <a:r>
              <a:rPr lang="en-US" dirty="0"/>
              <a:t>Improve user experience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29DE3-E398-B96F-F8F0-40D169C2DAA9}"/>
              </a:ext>
            </a:extLst>
          </p:cNvPr>
          <p:cNvSpPr txBox="1"/>
          <p:nvPr/>
        </p:nvSpPr>
        <p:spPr>
          <a:xfrm>
            <a:off x="6096000" y="2671560"/>
            <a:ext cx="5405377" cy="24675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lvl1pPr>
            <a:lvl2pPr marL="685800" lvl="1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11430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3pPr>
            <a:lvl4pPr marL="16002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4pPr>
            <a:lvl5pPr marL="2057400" indent="-228600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9pPr>
          </a:lstStyle>
          <a:p>
            <a:r>
              <a:rPr lang="en-US" dirty="0"/>
              <a:t>For any marketplace platform, clear flows are very important because we have:</a:t>
            </a:r>
          </a:p>
          <a:p>
            <a:pPr lvl="1"/>
            <a:r>
              <a:rPr lang="en-US" dirty="0"/>
              <a:t>Customers</a:t>
            </a:r>
          </a:p>
          <a:p>
            <a:pPr lvl="1"/>
            <a:r>
              <a:rPr lang="en-US" dirty="0"/>
              <a:t>Freelancers</a:t>
            </a:r>
          </a:p>
          <a:p>
            <a:pPr lvl="1"/>
            <a:r>
              <a:rPr lang="en-US" dirty="0"/>
              <a:t>Payments</a:t>
            </a:r>
          </a:p>
          <a:p>
            <a:pPr lvl="1"/>
            <a:r>
              <a:rPr lang="en-US" dirty="0"/>
              <a:t>Job status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6865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F7BB8-F256-CA1B-F77C-9E17E9DB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399245"/>
            <a:ext cx="3154680" cy="1844932"/>
          </a:xfrm>
        </p:spPr>
        <p:txBody>
          <a:bodyPr>
            <a:normAutofit/>
          </a:bodyPr>
          <a:lstStyle/>
          <a:p>
            <a:r>
              <a:rPr lang="en-US" sz="4000" dirty="0"/>
              <a:t>Selected User Tasks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68984FA-22E3-8A77-91C3-1FC2C5368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574286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18033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03CBA-68D4-964D-E40F-8214EB6E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User Flow 1: Freelancer Onboarding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38BEF8-A77C-DE0E-2636-124E5C5B8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623577"/>
              </p:ext>
            </p:extLst>
          </p:nvPr>
        </p:nvGraphicFramePr>
        <p:xfrm>
          <a:off x="5532120" y="978408"/>
          <a:ext cx="6153912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3263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58741-7605-073F-1268-E3DB1A0B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2450592"/>
          </a:xfrm>
        </p:spPr>
        <p:txBody>
          <a:bodyPr>
            <a:normAutofit/>
          </a:bodyPr>
          <a:lstStyle/>
          <a:p>
            <a:r>
              <a:rPr lang="en-US" sz="4000" dirty="0"/>
              <a:t>User Flow 2: Customer Posts a Task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E002A19-E215-DDF1-5D7C-9F8AFB649E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373931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81097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A82E7-F034-3025-CBB2-8E76AB743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User Flow 3: Customer Hires a Freelancer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4623F90-3846-CEA4-3521-A11B7FD28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8131852"/>
              </p:ext>
            </p:extLst>
          </p:nvPr>
        </p:nvGraphicFramePr>
        <p:xfrm>
          <a:off x="5532120" y="978408"/>
          <a:ext cx="6153912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90743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D75AB-3BB6-44B0-4556-D45D7FC5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Review of Flows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185392-D38F-60E3-691B-26152712AF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7825917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70552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71AFC83-43DA-2361-0668-F0E67D9E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D6BFC-8210-5D3E-C9FF-07E1F714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788" y="966178"/>
            <a:ext cx="4081295" cy="38062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Anything to be clearer ?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35EA8DD-92F5-E06C-4DEE-B7AB507C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6" name="Picture 25" descr="Magnifying glass and question mark">
            <a:extLst>
              <a:ext uri="{FF2B5EF4-FFF2-40B4-BE49-F238E27FC236}">
                <a16:creationId xmlns:a16="http://schemas.microsoft.com/office/drawing/2014/main" id="{A54AD092-981B-0D5A-AACE-817471F23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9" r="20638" b="-1"/>
          <a:stretch>
            <a:fillRect/>
          </a:stretch>
        </p:blipFill>
        <p:spPr>
          <a:xfrm>
            <a:off x="517869" y="965741"/>
            <a:ext cx="6554050" cy="538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57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253</Words>
  <Application>Microsoft Macintosh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Bierstadt</vt:lpstr>
      <vt:lpstr>Neue Haas Grotesk Text Pro</vt:lpstr>
      <vt:lpstr>GestaltVTI</vt:lpstr>
      <vt:lpstr>UI/UX Design – Designing user flows</vt:lpstr>
      <vt:lpstr>What Are User Flows?</vt:lpstr>
      <vt:lpstr>Why User Flows Are Important ??</vt:lpstr>
      <vt:lpstr>Selected User Tasks</vt:lpstr>
      <vt:lpstr>User Flow 1: Freelancer Onboarding</vt:lpstr>
      <vt:lpstr>User Flow 2: Customer Posts a Task</vt:lpstr>
      <vt:lpstr>User Flow 3: Customer Hires a Freelancer</vt:lpstr>
      <vt:lpstr>Review of Flows</vt:lpstr>
      <vt:lpstr>Anything to be clearer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Wazed</dc:creator>
  <cp:lastModifiedBy>Md Wazed</cp:lastModifiedBy>
  <cp:revision>1</cp:revision>
  <dcterms:created xsi:type="dcterms:W3CDTF">2026-03-01T09:50:39Z</dcterms:created>
  <dcterms:modified xsi:type="dcterms:W3CDTF">2026-03-01T11:01:34Z</dcterms:modified>
</cp:coreProperties>
</file>